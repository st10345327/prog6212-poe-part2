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75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svg" /><Relationship Id="rId1" Type="http://schemas.openxmlformats.org/officeDocument/2006/relationships/image" Target="../media/image8.png" /><Relationship Id="rId6" Type="http://schemas.openxmlformats.org/officeDocument/2006/relationships/image" Target="../media/image13.svg" /><Relationship Id="rId5" Type="http://schemas.openxmlformats.org/officeDocument/2006/relationships/image" Target="../media/image12.png" /><Relationship Id="rId4" Type="http://schemas.openxmlformats.org/officeDocument/2006/relationships/image" Target="../media/image11.svg" 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svg" /><Relationship Id="rId1" Type="http://schemas.openxmlformats.org/officeDocument/2006/relationships/image" Target="../media/image18.png" /><Relationship Id="rId6" Type="http://schemas.openxmlformats.org/officeDocument/2006/relationships/image" Target="../media/image23.svg" /><Relationship Id="rId5" Type="http://schemas.openxmlformats.org/officeDocument/2006/relationships/image" Target="../media/image22.png" /><Relationship Id="rId4" Type="http://schemas.openxmlformats.org/officeDocument/2006/relationships/image" Target="../media/image21.svg" 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9.svg" /><Relationship Id="rId1" Type="http://schemas.openxmlformats.org/officeDocument/2006/relationships/image" Target="../media/image8.png" /><Relationship Id="rId6" Type="http://schemas.openxmlformats.org/officeDocument/2006/relationships/image" Target="../media/image13.svg" /><Relationship Id="rId5" Type="http://schemas.openxmlformats.org/officeDocument/2006/relationships/image" Target="../media/image12.png" /><Relationship Id="rId4" Type="http://schemas.openxmlformats.org/officeDocument/2006/relationships/image" Target="../media/image11.svg" 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 /><Relationship Id="rId2" Type="http://schemas.openxmlformats.org/officeDocument/2006/relationships/image" Target="../media/image19.svg" /><Relationship Id="rId1" Type="http://schemas.openxmlformats.org/officeDocument/2006/relationships/image" Target="../media/image18.png" /><Relationship Id="rId6" Type="http://schemas.openxmlformats.org/officeDocument/2006/relationships/image" Target="../media/image23.svg" /><Relationship Id="rId5" Type="http://schemas.openxmlformats.org/officeDocument/2006/relationships/image" Target="../media/image22.png" /><Relationship Id="rId4" Type="http://schemas.openxmlformats.org/officeDocument/2006/relationships/image" Target="../media/image21.svg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13A992-AB63-43FC-86C1-A82A52581158}" type="doc">
      <dgm:prSet loTypeId="urn:microsoft.com/office/officeart/2005/8/layout/hierarchy2" loCatId="hierarchy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D790CAB-5F5A-484F-B398-2C158A7131D9}">
      <dgm:prSet/>
      <dgm:spPr/>
      <dgm:t>
        <a:bodyPr/>
        <a:lstStyle/>
        <a:p>
          <a:r>
            <a:rPr lang="en-US" i="1"/>
            <a:t>Session Management</a:t>
          </a:r>
          <a:endParaRPr lang="en-US"/>
        </a:p>
      </dgm:t>
    </dgm:pt>
    <dgm:pt modelId="{06009BD2-B396-490A-8AC5-F3290A5E33F2}" type="parTrans" cxnId="{D77F31B0-325E-4531-AE6B-C1D460853627}">
      <dgm:prSet/>
      <dgm:spPr/>
      <dgm:t>
        <a:bodyPr/>
        <a:lstStyle/>
        <a:p>
          <a:endParaRPr lang="en-US"/>
        </a:p>
      </dgm:t>
    </dgm:pt>
    <dgm:pt modelId="{39CDEB48-0B94-4CED-B24F-04F84B9E9525}" type="sibTrans" cxnId="{D77F31B0-325E-4531-AE6B-C1D460853627}">
      <dgm:prSet/>
      <dgm:spPr/>
      <dgm:t>
        <a:bodyPr/>
        <a:lstStyle/>
        <a:p>
          <a:endParaRPr lang="en-US"/>
        </a:p>
      </dgm:t>
    </dgm:pt>
    <dgm:pt modelId="{9463958B-1793-44DF-A81B-5778C4F9D82E}">
      <dgm:prSet/>
      <dgm:spPr/>
      <dgm:t>
        <a:bodyPr/>
        <a:lstStyle/>
        <a:p>
          <a:r>
            <a:rPr lang="en-US" i="1"/>
            <a:t>Password Security</a:t>
          </a:r>
          <a:endParaRPr lang="en-US"/>
        </a:p>
      </dgm:t>
    </dgm:pt>
    <dgm:pt modelId="{30C2990B-681B-4C46-93CF-A93FC4EF5816}" type="parTrans" cxnId="{3EECF68D-96ED-481F-ACD1-D5A8E272E9E7}">
      <dgm:prSet/>
      <dgm:spPr/>
      <dgm:t>
        <a:bodyPr/>
        <a:lstStyle/>
        <a:p>
          <a:endParaRPr lang="en-US"/>
        </a:p>
      </dgm:t>
    </dgm:pt>
    <dgm:pt modelId="{2CB3FD33-A77A-4036-86F8-939934B37C7C}" type="sibTrans" cxnId="{3EECF68D-96ED-481F-ACD1-D5A8E272E9E7}">
      <dgm:prSet/>
      <dgm:spPr/>
      <dgm:t>
        <a:bodyPr/>
        <a:lstStyle/>
        <a:p>
          <a:endParaRPr lang="en-US"/>
        </a:p>
      </dgm:t>
    </dgm:pt>
    <dgm:pt modelId="{3B72C860-CFB3-4CEA-9FD3-8FB6D5949F01}">
      <dgm:prSet/>
      <dgm:spPr/>
      <dgm:t>
        <a:bodyPr/>
        <a:lstStyle/>
        <a:p>
          <a:r>
            <a:rPr lang="en-US" i="1"/>
            <a:t>Authorization Filters</a:t>
          </a:r>
          <a:endParaRPr lang="en-US"/>
        </a:p>
      </dgm:t>
    </dgm:pt>
    <dgm:pt modelId="{5300E884-2532-4DB3-8AA0-77329AAA26D4}" type="parTrans" cxnId="{0F1359B0-725E-4A69-A496-9D7367D20267}">
      <dgm:prSet/>
      <dgm:spPr/>
      <dgm:t>
        <a:bodyPr/>
        <a:lstStyle/>
        <a:p>
          <a:endParaRPr lang="en-US"/>
        </a:p>
      </dgm:t>
    </dgm:pt>
    <dgm:pt modelId="{FFDB3816-A058-4CF8-92F2-1FCDEE9200F0}" type="sibTrans" cxnId="{0F1359B0-725E-4A69-A496-9D7367D20267}">
      <dgm:prSet/>
      <dgm:spPr/>
      <dgm:t>
        <a:bodyPr/>
        <a:lstStyle/>
        <a:p>
          <a:endParaRPr lang="en-US"/>
        </a:p>
      </dgm:t>
    </dgm:pt>
    <dgm:pt modelId="{7719A8A4-0966-4060-A190-0C84392EB61D}">
      <dgm:prSet/>
      <dgm:spPr/>
      <dgm:t>
        <a:bodyPr/>
        <a:lstStyle/>
        <a:p>
          <a:r>
            <a:rPr lang="en-US" i="1"/>
            <a:t>Role-based Access Control</a:t>
          </a:r>
          <a:r>
            <a:rPr lang="en-US"/>
            <a:t>:</a:t>
          </a:r>
        </a:p>
      </dgm:t>
    </dgm:pt>
    <dgm:pt modelId="{EB066DA1-50A0-4835-BA1A-9CFB810E4229}" type="parTrans" cxnId="{B4F5B54C-F9BB-4784-B255-48ABE98930C3}">
      <dgm:prSet/>
      <dgm:spPr/>
      <dgm:t>
        <a:bodyPr/>
        <a:lstStyle/>
        <a:p>
          <a:endParaRPr lang="en-US"/>
        </a:p>
      </dgm:t>
    </dgm:pt>
    <dgm:pt modelId="{51076464-FB46-428F-8B3D-77350AA57C22}" type="sibTrans" cxnId="{B4F5B54C-F9BB-4784-B255-48ABE98930C3}">
      <dgm:prSet/>
      <dgm:spPr/>
      <dgm:t>
        <a:bodyPr/>
        <a:lstStyle/>
        <a:p>
          <a:endParaRPr lang="en-US"/>
        </a:p>
      </dgm:t>
    </dgm:pt>
    <dgm:pt modelId="{C2DF0C06-7EA5-49C2-A91E-1DB396535164}">
      <dgm:prSet/>
      <dgm:spPr/>
      <dgm:t>
        <a:bodyPr/>
        <a:lstStyle/>
        <a:p>
          <a:r>
            <a:rPr lang="en-US" b="1"/>
            <a:t>Lecturer</a:t>
          </a:r>
          <a:r>
            <a:rPr lang="en-US"/>
            <a:t>: Submit &amp; View Claims</a:t>
          </a:r>
        </a:p>
      </dgm:t>
    </dgm:pt>
    <dgm:pt modelId="{8874AC70-1200-45F8-9A25-6BACAE68FCEE}" type="parTrans" cxnId="{A2BD3790-06B5-42FF-B87F-253A79645B7C}">
      <dgm:prSet/>
      <dgm:spPr/>
      <dgm:t>
        <a:bodyPr/>
        <a:lstStyle/>
        <a:p>
          <a:endParaRPr lang="en-US"/>
        </a:p>
      </dgm:t>
    </dgm:pt>
    <dgm:pt modelId="{CE08045B-A3D2-48E1-BA16-E0ACB5FD697C}" type="sibTrans" cxnId="{A2BD3790-06B5-42FF-B87F-253A79645B7C}">
      <dgm:prSet/>
      <dgm:spPr/>
      <dgm:t>
        <a:bodyPr/>
        <a:lstStyle/>
        <a:p>
          <a:endParaRPr lang="en-US"/>
        </a:p>
      </dgm:t>
    </dgm:pt>
    <dgm:pt modelId="{C2899372-E747-44AF-BD57-EC5D264EC51B}">
      <dgm:prSet/>
      <dgm:spPr/>
      <dgm:t>
        <a:bodyPr/>
        <a:lstStyle/>
        <a:p>
          <a:r>
            <a:rPr lang="en-US" b="1"/>
            <a:t>Coordinator</a:t>
          </a:r>
          <a:r>
            <a:rPr lang="en-US"/>
            <a:t>: Review &amp; Approve Claims</a:t>
          </a:r>
        </a:p>
      </dgm:t>
    </dgm:pt>
    <dgm:pt modelId="{E94405C2-2429-42C3-8BFC-2A4452124E39}" type="parTrans" cxnId="{FEEDFD41-F24B-41BE-99FF-B6E50354DCF9}">
      <dgm:prSet/>
      <dgm:spPr/>
      <dgm:t>
        <a:bodyPr/>
        <a:lstStyle/>
        <a:p>
          <a:endParaRPr lang="en-US"/>
        </a:p>
      </dgm:t>
    </dgm:pt>
    <dgm:pt modelId="{45FBBB18-EFC3-4ED8-930B-72257A84C6C5}" type="sibTrans" cxnId="{FEEDFD41-F24B-41BE-99FF-B6E50354DCF9}">
      <dgm:prSet/>
      <dgm:spPr/>
      <dgm:t>
        <a:bodyPr/>
        <a:lstStyle/>
        <a:p>
          <a:endParaRPr lang="en-US"/>
        </a:p>
      </dgm:t>
    </dgm:pt>
    <dgm:pt modelId="{21C61ED6-009A-4BC2-9344-2941484BA279}">
      <dgm:prSet/>
      <dgm:spPr/>
      <dgm:t>
        <a:bodyPr/>
        <a:lstStyle/>
        <a:p>
          <a:r>
            <a:rPr lang="en-US" b="1"/>
            <a:t>Manager/HR</a:t>
          </a:r>
          <a:r>
            <a:rPr lang="en-US"/>
            <a:t>: Full Dashboard Access</a:t>
          </a:r>
        </a:p>
      </dgm:t>
    </dgm:pt>
    <dgm:pt modelId="{C2B18CF9-8D79-477D-8A8D-32B5E233926C}" type="parTrans" cxnId="{0D6380B1-DB8F-4171-AE16-26ECB563ECC8}">
      <dgm:prSet/>
      <dgm:spPr/>
      <dgm:t>
        <a:bodyPr/>
        <a:lstStyle/>
        <a:p>
          <a:endParaRPr lang="en-US"/>
        </a:p>
      </dgm:t>
    </dgm:pt>
    <dgm:pt modelId="{489A789D-5B3D-4CE9-B199-973A134275C7}" type="sibTrans" cxnId="{0D6380B1-DB8F-4171-AE16-26ECB563ECC8}">
      <dgm:prSet/>
      <dgm:spPr/>
      <dgm:t>
        <a:bodyPr/>
        <a:lstStyle/>
        <a:p>
          <a:endParaRPr lang="en-US"/>
        </a:p>
      </dgm:t>
    </dgm:pt>
    <dgm:pt modelId="{43002907-FBB9-4713-B57D-6C0951B34A42}" type="pres">
      <dgm:prSet presAssocID="{DD13A992-AB63-43FC-86C1-A82A52581158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04BCF732-8764-4EC0-B1A1-671E28790957}" type="pres">
      <dgm:prSet presAssocID="{ED790CAB-5F5A-484F-B398-2C158A7131D9}" presName="root1" presStyleCnt="0"/>
      <dgm:spPr/>
    </dgm:pt>
    <dgm:pt modelId="{827E7ACA-A6FF-4C5A-A534-A4C127CC62A5}" type="pres">
      <dgm:prSet presAssocID="{ED790CAB-5F5A-484F-B398-2C158A7131D9}" presName="LevelOneTextNode" presStyleLbl="node0" presStyleIdx="0" presStyleCnt="4">
        <dgm:presLayoutVars>
          <dgm:chPref val="3"/>
        </dgm:presLayoutVars>
      </dgm:prSet>
      <dgm:spPr/>
    </dgm:pt>
    <dgm:pt modelId="{0EA24760-445E-4ABB-ABE4-2FA54062B1CF}" type="pres">
      <dgm:prSet presAssocID="{ED790CAB-5F5A-484F-B398-2C158A7131D9}" presName="level2hierChild" presStyleCnt="0"/>
      <dgm:spPr/>
    </dgm:pt>
    <dgm:pt modelId="{7D0532BD-E94B-4B67-88BD-64E0573A9634}" type="pres">
      <dgm:prSet presAssocID="{9463958B-1793-44DF-A81B-5778C4F9D82E}" presName="root1" presStyleCnt="0"/>
      <dgm:spPr/>
    </dgm:pt>
    <dgm:pt modelId="{82D1C8D3-4699-4EF5-941F-0C4A51B91B82}" type="pres">
      <dgm:prSet presAssocID="{9463958B-1793-44DF-A81B-5778C4F9D82E}" presName="LevelOneTextNode" presStyleLbl="node0" presStyleIdx="1" presStyleCnt="4">
        <dgm:presLayoutVars>
          <dgm:chPref val="3"/>
        </dgm:presLayoutVars>
      </dgm:prSet>
      <dgm:spPr/>
    </dgm:pt>
    <dgm:pt modelId="{0848A468-61E5-4576-94C6-3EE98D599271}" type="pres">
      <dgm:prSet presAssocID="{9463958B-1793-44DF-A81B-5778C4F9D82E}" presName="level2hierChild" presStyleCnt="0"/>
      <dgm:spPr/>
    </dgm:pt>
    <dgm:pt modelId="{FAB18B0D-DB88-4178-B732-BDDBD48C3DF1}" type="pres">
      <dgm:prSet presAssocID="{3B72C860-CFB3-4CEA-9FD3-8FB6D5949F01}" presName="root1" presStyleCnt="0"/>
      <dgm:spPr/>
    </dgm:pt>
    <dgm:pt modelId="{15EC9FCC-4F5B-44B3-8FC9-949D8D80E862}" type="pres">
      <dgm:prSet presAssocID="{3B72C860-CFB3-4CEA-9FD3-8FB6D5949F01}" presName="LevelOneTextNode" presStyleLbl="node0" presStyleIdx="2" presStyleCnt="4">
        <dgm:presLayoutVars>
          <dgm:chPref val="3"/>
        </dgm:presLayoutVars>
      </dgm:prSet>
      <dgm:spPr/>
    </dgm:pt>
    <dgm:pt modelId="{B3EF657C-89E3-473F-8186-BB5AA5144112}" type="pres">
      <dgm:prSet presAssocID="{3B72C860-CFB3-4CEA-9FD3-8FB6D5949F01}" presName="level2hierChild" presStyleCnt="0"/>
      <dgm:spPr/>
    </dgm:pt>
    <dgm:pt modelId="{50498988-4CA3-494E-B442-9EE729F336E5}" type="pres">
      <dgm:prSet presAssocID="{7719A8A4-0966-4060-A190-0C84392EB61D}" presName="root1" presStyleCnt="0"/>
      <dgm:spPr/>
    </dgm:pt>
    <dgm:pt modelId="{732BCE7B-AABF-48D3-99FE-1B46FCEA7105}" type="pres">
      <dgm:prSet presAssocID="{7719A8A4-0966-4060-A190-0C84392EB61D}" presName="LevelOneTextNode" presStyleLbl="node0" presStyleIdx="3" presStyleCnt="4">
        <dgm:presLayoutVars>
          <dgm:chPref val="3"/>
        </dgm:presLayoutVars>
      </dgm:prSet>
      <dgm:spPr/>
    </dgm:pt>
    <dgm:pt modelId="{8BAEB791-58FC-4B79-89B8-48645F42F45B}" type="pres">
      <dgm:prSet presAssocID="{7719A8A4-0966-4060-A190-0C84392EB61D}" presName="level2hierChild" presStyleCnt="0"/>
      <dgm:spPr/>
    </dgm:pt>
    <dgm:pt modelId="{13186BAE-CFA2-4584-A934-EB8EBC07AA6C}" type="pres">
      <dgm:prSet presAssocID="{8874AC70-1200-45F8-9A25-6BACAE68FCEE}" presName="conn2-1" presStyleLbl="parChTrans1D2" presStyleIdx="0" presStyleCnt="3"/>
      <dgm:spPr/>
    </dgm:pt>
    <dgm:pt modelId="{CFE72AC3-622C-4401-AB0A-72C5BC4B26D5}" type="pres">
      <dgm:prSet presAssocID="{8874AC70-1200-45F8-9A25-6BACAE68FCEE}" presName="connTx" presStyleLbl="parChTrans1D2" presStyleIdx="0" presStyleCnt="3"/>
      <dgm:spPr/>
    </dgm:pt>
    <dgm:pt modelId="{639072E4-80C3-4AC4-ADCE-5224A52E40CB}" type="pres">
      <dgm:prSet presAssocID="{C2DF0C06-7EA5-49C2-A91E-1DB396535164}" presName="root2" presStyleCnt="0"/>
      <dgm:spPr/>
    </dgm:pt>
    <dgm:pt modelId="{CF3CB4F7-6816-4679-91E1-59721C1D2E3F}" type="pres">
      <dgm:prSet presAssocID="{C2DF0C06-7EA5-49C2-A91E-1DB396535164}" presName="LevelTwoTextNode" presStyleLbl="node2" presStyleIdx="0" presStyleCnt="3">
        <dgm:presLayoutVars>
          <dgm:chPref val="3"/>
        </dgm:presLayoutVars>
      </dgm:prSet>
      <dgm:spPr/>
    </dgm:pt>
    <dgm:pt modelId="{B05E61F7-BC32-4E83-8141-788991155C1C}" type="pres">
      <dgm:prSet presAssocID="{C2DF0C06-7EA5-49C2-A91E-1DB396535164}" presName="level3hierChild" presStyleCnt="0"/>
      <dgm:spPr/>
    </dgm:pt>
    <dgm:pt modelId="{BD59ACAA-F784-48B9-8772-3D1B8389D5FE}" type="pres">
      <dgm:prSet presAssocID="{E94405C2-2429-42C3-8BFC-2A4452124E39}" presName="conn2-1" presStyleLbl="parChTrans1D2" presStyleIdx="1" presStyleCnt="3"/>
      <dgm:spPr/>
    </dgm:pt>
    <dgm:pt modelId="{5EE94878-E022-4ACD-9BF2-569F1017D957}" type="pres">
      <dgm:prSet presAssocID="{E94405C2-2429-42C3-8BFC-2A4452124E39}" presName="connTx" presStyleLbl="parChTrans1D2" presStyleIdx="1" presStyleCnt="3"/>
      <dgm:spPr/>
    </dgm:pt>
    <dgm:pt modelId="{B131408E-C0C5-4FDE-8EA8-CCD605CB84D4}" type="pres">
      <dgm:prSet presAssocID="{C2899372-E747-44AF-BD57-EC5D264EC51B}" presName="root2" presStyleCnt="0"/>
      <dgm:spPr/>
    </dgm:pt>
    <dgm:pt modelId="{329AB074-C4C6-4FFD-85A9-CBD1E4161013}" type="pres">
      <dgm:prSet presAssocID="{C2899372-E747-44AF-BD57-EC5D264EC51B}" presName="LevelTwoTextNode" presStyleLbl="node2" presStyleIdx="1" presStyleCnt="3">
        <dgm:presLayoutVars>
          <dgm:chPref val="3"/>
        </dgm:presLayoutVars>
      </dgm:prSet>
      <dgm:spPr/>
    </dgm:pt>
    <dgm:pt modelId="{71D37919-4B25-4922-BC5D-D9079EA9EDC2}" type="pres">
      <dgm:prSet presAssocID="{C2899372-E747-44AF-BD57-EC5D264EC51B}" presName="level3hierChild" presStyleCnt="0"/>
      <dgm:spPr/>
    </dgm:pt>
    <dgm:pt modelId="{31B59DC3-4C62-41B8-9834-760637048D7A}" type="pres">
      <dgm:prSet presAssocID="{C2B18CF9-8D79-477D-8A8D-32B5E233926C}" presName="conn2-1" presStyleLbl="parChTrans1D2" presStyleIdx="2" presStyleCnt="3"/>
      <dgm:spPr/>
    </dgm:pt>
    <dgm:pt modelId="{6778C1CD-0BF7-4703-9FBC-9B5B7C3DECA5}" type="pres">
      <dgm:prSet presAssocID="{C2B18CF9-8D79-477D-8A8D-32B5E233926C}" presName="connTx" presStyleLbl="parChTrans1D2" presStyleIdx="2" presStyleCnt="3"/>
      <dgm:spPr/>
    </dgm:pt>
    <dgm:pt modelId="{A1AFEFA3-0498-4B5D-AADD-A77D0C2DFE9E}" type="pres">
      <dgm:prSet presAssocID="{21C61ED6-009A-4BC2-9344-2941484BA279}" presName="root2" presStyleCnt="0"/>
      <dgm:spPr/>
    </dgm:pt>
    <dgm:pt modelId="{40F102E0-FEB1-4544-8C3E-E086EC2AB2EB}" type="pres">
      <dgm:prSet presAssocID="{21C61ED6-009A-4BC2-9344-2941484BA279}" presName="LevelTwoTextNode" presStyleLbl="node2" presStyleIdx="2" presStyleCnt="3">
        <dgm:presLayoutVars>
          <dgm:chPref val="3"/>
        </dgm:presLayoutVars>
      </dgm:prSet>
      <dgm:spPr/>
    </dgm:pt>
    <dgm:pt modelId="{DF4A164B-7DEF-418D-8013-718909448002}" type="pres">
      <dgm:prSet presAssocID="{21C61ED6-009A-4BC2-9344-2941484BA279}" presName="level3hierChild" presStyleCnt="0"/>
      <dgm:spPr/>
    </dgm:pt>
  </dgm:ptLst>
  <dgm:cxnLst>
    <dgm:cxn modelId="{D6E32B03-AD87-4AE0-A3E7-EBF5951FB54D}" type="presOf" srcId="{C2B18CF9-8D79-477D-8A8D-32B5E233926C}" destId="{31B59DC3-4C62-41B8-9834-760637048D7A}" srcOrd="0" destOrd="0" presId="urn:microsoft.com/office/officeart/2005/8/layout/hierarchy2"/>
    <dgm:cxn modelId="{92B73E03-488D-4C2F-9E9D-08A8CD752F7C}" type="presOf" srcId="{C2B18CF9-8D79-477D-8A8D-32B5E233926C}" destId="{6778C1CD-0BF7-4703-9FBC-9B5B7C3DECA5}" srcOrd="1" destOrd="0" presId="urn:microsoft.com/office/officeart/2005/8/layout/hierarchy2"/>
    <dgm:cxn modelId="{3447A81C-D414-424D-B8BC-0C9A3D4ED545}" type="presOf" srcId="{E94405C2-2429-42C3-8BFC-2A4452124E39}" destId="{5EE94878-E022-4ACD-9BF2-569F1017D957}" srcOrd="1" destOrd="0" presId="urn:microsoft.com/office/officeart/2005/8/layout/hierarchy2"/>
    <dgm:cxn modelId="{6DE11120-F7F9-4C3E-9D74-21B476627A03}" type="presOf" srcId="{3B72C860-CFB3-4CEA-9FD3-8FB6D5949F01}" destId="{15EC9FCC-4F5B-44B3-8FC9-949D8D80E862}" srcOrd="0" destOrd="0" presId="urn:microsoft.com/office/officeart/2005/8/layout/hierarchy2"/>
    <dgm:cxn modelId="{0BC8DD33-5610-42A8-A644-FC3FF2FECF7C}" type="presOf" srcId="{E94405C2-2429-42C3-8BFC-2A4452124E39}" destId="{BD59ACAA-F784-48B9-8772-3D1B8389D5FE}" srcOrd="0" destOrd="0" presId="urn:microsoft.com/office/officeart/2005/8/layout/hierarchy2"/>
    <dgm:cxn modelId="{FEEDFD41-F24B-41BE-99FF-B6E50354DCF9}" srcId="{7719A8A4-0966-4060-A190-0C84392EB61D}" destId="{C2899372-E747-44AF-BD57-EC5D264EC51B}" srcOrd="1" destOrd="0" parTransId="{E94405C2-2429-42C3-8BFC-2A4452124E39}" sibTransId="{45FBBB18-EFC3-4ED8-930B-72257A84C6C5}"/>
    <dgm:cxn modelId="{B4F5B54C-F9BB-4784-B255-48ABE98930C3}" srcId="{DD13A992-AB63-43FC-86C1-A82A52581158}" destId="{7719A8A4-0966-4060-A190-0C84392EB61D}" srcOrd="3" destOrd="0" parTransId="{EB066DA1-50A0-4835-BA1A-9CFB810E4229}" sibTransId="{51076464-FB46-428F-8B3D-77350AA57C22}"/>
    <dgm:cxn modelId="{3397E974-EEB8-43F8-A598-C0E8EA774E13}" type="presOf" srcId="{21C61ED6-009A-4BC2-9344-2941484BA279}" destId="{40F102E0-FEB1-4544-8C3E-E086EC2AB2EB}" srcOrd="0" destOrd="0" presId="urn:microsoft.com/office/officeart/2005/8/layout/hierarchy2"/>
    <dgm:cxn modelId="{DAB53C8A-5152-40E2-AEE1-D3046EE079A6}" type="presOf" srcId="{9463958B-1793-44DF-A81B-5778C4F9D82E}" destId="{82D1C8D3-4699-4EF5-941F-0C4A51B91B82}" srcOrd="0" destOrd="0" presId="urn:microsoft.com/office/officeart/2005/8/layout/hierarchy2"/>
    <dgm:cxn modelId="{3EECF68D-96ED-481F-ACD1-D5A8E272E9E7}" srcId="{DD13A992-AB63-43FC-86C1-A82A52581158}" destId="{9463958B-1793-44DF-A81B-5778C4F9D82E}" srcOrd="1" destOrd="0" parTransId="{30C2990B-681B-4C46-93CF-A93FC4EF5816}" sibTransId="{2CB3FD33-A77A-4036-86F8-939934B37C7C}"/>
    <dgm:cxn modelId="{A2BD3790-06B5-42FF-B87F-253A79645B7C}" srcId="{7719A8A4-0966-4060-A190-0C84392EB61D}" destId="{C2DF0C06-7EA5-49C2-A91E-1DB396535164}" srcOrd="0" destOrd="0" parTransId="{8874AC70-1200-45F8-9A25-6BACAE68FCEE}" sibTransId="{CE08045B-A3D2-48E1-BA16-E0ACB5FD697C}"/>
    <dgm:cxn modelId="{1BBC0BA0-5D19-4D92-8A08-BC86817AA6F1}" type="presOf" srcId="{8874AC70-1200-45F8-9A25-6BACAE68FCEE}" destId="{CFE72AC3-622C-4401-AB0A-72C5BC4B26D5}" srcOrd="1" destOrd="0" presId="urn:microsoft.com/office/officeart/2005/8/layout/hierarchy2"/>
    <dgm:cxn modelId="{E93312AD-F3AB-435A-9870-E620A513352E}" type="presOf" srcId="{ED790CAB-5F5A-484F-B398-2C158A7131D9}" destId="{827E7ACA-A6FF-4C5A-A534-A4C127CC62A5}" srcOrd="0" destOrd="0" presId="urn:microsoft.com/office/officeart/2005/8/layout/hierarchy2"/>
    <dgm:cxn modelId="{D77F31B0-325E-4531-AE6B-C1D460853627}" srcId="{DD13A992-AB63-43FC-86C1-A82A52581158}" destId="{ED790CAB-5F5A-484F-B398-2C158A7131D9}" srcOrd="0" destOrd="0" parTransId="{06009BD2-B396-490A-8AC5-F3290A5E33F2}" sibTransId="{39CDEB48-0B94-4CED-B24F-04F84B9E9525}"/>
    <dgm:cxn modelId="{0F1359B0-725E-4A69-A496-9D7367D20267}" srcId="{DD13A992-AB63-43FC-86C1-A82A52581158}" destId="{3B72C860-CFB3-4CEA-9FD3-8FB6D5949F01}" srcOrd="2" destOrd="0" parTransId="{5300E884-2532-4DB3-8AA0-77329AAA26D4}" sibTransId="{FFDB3816-A058-4CF8-92F2-1FCDEE9200F0}"/>
    <dgm:cxn modelId="{0D6380B1-DB8F-4171-AE16-26ECB563ECC8}" srcId="{7719A8A4-0966-4060-A190-0C84392EB61D}" destId="{21C61ED6-009A-4BC2-9344-2941484BA279}" srcOrd="2" destOrd="0" parTransId="{C2B18CF9-8D79-477D-8A8D-32B5E233926C}" sibTransId="{489A789D-5B3D-4CE9-B199-973A134275C7}"/>
    <dgm:cxn modelId="{19C547C7-2423-4C45-B9BC-D6CA08E4E423}" type="presOf" srcId="{C2899372-E747-44AF-BD57-EC5D264EC51B}" destId="{329AB074-C4C6-4FFD-85A9-CBD1E4161013}" srcOrd="0" destOrd="0" presId="urn:microsoft.com/office/officeart/2005/8/layout/hierarchy2"/>
    <dgm:cxn modelId="{E1C30DCB-98BC-4177-B358-4705B37CE480}" type="presOf" srcId="{7719A8A4-0966-4060-A190-0C84392EB61D}" destId="{732BCE7B-AABF-48D3-99FE-1B46FCEA7105}" srcOrd="0" destOrd="0" presId="urn:microsoft.com/office/officeart/2005/8/layout/hierarchy2"/>
    <dgm:cxn modelId="{68FAD7D7-D08F-4FE8-B802-277FE521ECDD}" type="presOf" srcId="{C2DF0C06-7EA5-49C2-A91E-1DB396535164}" destId="{CF3CB4F7-6816-4679-91E1-59721C1D2E3F}" srcOrd="0" destOrd="0" presId="urn:microsoft.com/office/officeart/2005/8/layout/hierarchy2"/>
    <dgm:cxn modelId="{C45D87F4-F948-4F7E-9599-59BFFBFE4B72}" type="presOf" srcId="{DD13A992-AB63-43FC-86C1-A82A52581158}" destId="{43002907-FBB9-4713-B57D-6C0951B34A42}" srcOrd="0" destOrd="0" presId="urn:microsoft.com/office/officeart/2005/8/layout/hierarchy2"/>
    <dgm:cxn modelId="{134B95F7-233A-4534-BD0D-4A7412806978}" type="presOf" srcId="{8874AC70-1200-45F8-9A25-6BACAE68FCEE}" destId="{13186BAE-CFA2-4584-A934-EB8EBC07AA6C}" srcOrd="0" destOrd="0" presId="urn:microsoft.com/office/officeart/2005/8/layout/hierarchy2"/>
    <dgm:cxn modelId="{DE5741B7-A533-4E4E-BE76-E7F2EDCD4521}" type="presParOf" srcId="{43002907-FBB9-4713-B57D-6C0951B34A42}" destId="{04BCF732-8764-4EC0-B1A1-671E28790957}" srcOrd="0" destOrd="0" presId="urn:microsoft.com/office/officeart/2005/8/layout/hierarchy2"/>
    <dgm:cxn modelId="{B6B7D313-FAF7-41EC-9A62-89FDC58AF94B}" type="presParOf" srcId="{04BCF732-8764-4EC0-B1A1-671E28790957}" destId="{827E7ACA-A6FF-4C5A-A534-A4C127CC62A5}" srcOrd="0" destOrd="0" presId="urn:microsoft.com/office/officeart/2005/8/layout/hierarchy2"/>
    <dgm:cxn modelId="{E2DCCB4A-8ECB-492A-B301-DF8BBC3BB123}" type="presParOf" srcId="{04BCF732-8764-4EC0-B1A1-671E28790957}" destId="{0EA24760-445E-4ABB-ABE4-2FA54062B1CF}" srcOrd="1" destOrd="0" presId="urn:microsoft.com/office/officeart/2005/8/layout/hierarchy2"/>
    <dgm:cxn modelId="{2F09C813-940D-4EF8-81B8-DF999B1B9971}" type="presParOf" srcId="{43002907-FBB9-4713-B57D-6C0951B34A42}" destId="{7D0532BD-E94B-4B67-88BD-64E0573A9634}" srcOrd="1" destOrd="0" presId="urn:microsoft.com/office/officeart/2005/8/layout/hierarchy2"/>
    <dgm:cxn modelId="{9ED2169F-8741-467A-8742-0E54F689E964}" type="presParOf" srcId="{7D0532BD-E94B-4B67-88BD-64E0573A9634}" destId="{82D1C8D3-4699-4EF5-941F-0C4A51B91B82}" srcOrd="0" destOrd="0" presId="urn:microsoft.com/office/officeart/2005/8/layout/hierarchy2"/>
    <dgm:cxn modelId="{E83E4293-4D7E-44F9-BDD6-92599D83CD47}" type="presParOf" srcId="{7D0532BD-E94B-4B67-88BD-64E0573A9634}" destId="{0848A468-61E5-4576-94C6-3EE98D599271}" srcOrd="1" destOrd="0" presId="urn:microsoft.com/office/officeart/2005/8/layout/hierarchy2"/>
    <dgm:cxn modelId="{00720820-9681-44DB-BF30-2B3A96D7EBC2}" type="presParOf" srcId="{43002907-FBB9-4713-B57D-6C0951B34A42}" destId="{FAB18B0D-DB88-4178-B732-BDDBD48C3DF1}" srcOrd="2" destOrd="0" presId="urn:microsoft.com/office/officeart/2005/8/layout/hierarchy2"/>
    <dgm:cxn modelId="{6E19F6C6-78B3-4820-BE30-8FFB9FB0D922}" type="presParOf" srcId="{FAB18B0D-DB88-4178-B732-BDDBD48C3DF1}" destId="{15EC9FCC-4F5B-44B3-8FC9-949D8D80E862}" srcOrd="0" destOrd="0" presId="urn:microsoft.com/office/officeart/2005/8/layout/hierarchy2"/>
    <dgm:cxn modelId="{F0019E4E-4867-4FAA-924E-3A15DA790707}" type="presParOf" srcId="{FAB18B0D-DB88-4178-B732-BDDBD48C3DF1}" destId="{B3EF657C-89E3-473F-8186-BB5AA5144112}" srcOrd="1" destOrd="0" presId="urn:microsoft.com/office/officeart/2005/8/layout/hierarchy2"/>
    <dgm:cxn modelId="{47F24662-F319-4262-9C54-45A5D4573EEE}" type="presParOf" srcId="{43002907-FBB9-4713-B57D-6C0951B34A42}" destId="{50498988-4CA3-494E-B442-9EE729F336E5}" srcOrd="3" destOrd="0" presId="urn:microsoft.com/office/officeart/2005/8/layout/hierarchy2"/>
    <dgm:cxn modelId="{B21C6969-1C5C-49A5-9C99-C42B00EAF49A}" type="presParOf" srcId="{50498988-4CA3-494E-B442-9EE729F336E5}" destId="{732BCE7B-AABF-48D3-99FE-1B46FCEA7105}" srcOrd="0" destOrd="0" presId="urn:microsoft.com/office/officeart/2005/8/layout/hierarchy2"/>
    <dgm:cxn modelId="{59B4CB93-7580-4313-8CAC-309EC4DBE985}" type="presParOf" srcId="{50498988-4CA3-494E-B442-9EE729F336E5}" destId="{8BAEB791-58FC-4B79-89B8-48645F42F45B}" srcOrd="1" destOrd="0" presId="urn:microsoft.com/office/officeart/2005/8/layout/hierarchy2"/>
    <dgm:cxn modelId="{76B332CB-E8B5-4086-8D8F-429B67009A98}" type="presParOf" srcId="{8BAEB791-58FC-4B79-89B8-48645F42F45B}" destId="{13186BAE-CFA2-4584-A934-EB8EBC07AA6C}" srcOrd="0" destOrd="0" presId="urn:microsoft.com/office/officeart/2005/8/layout/hierarchy2"/>
    <dgm:cxn modelId="{A9E9373B-16E5-44D3-B98D-CF905375BCED}" type="presParOf" srcId="{13186BAE-CFA2-4584-A934-EB8EBC07AA6C}" destId="{CFE72AC3-622C-4401-AB0A-72C5BC4B26D5}" srcOrd="0" destOrd="0" presId="urn:microsoft.com/office/officeart/2005/8/layout/hierarchy2"/>
    <dgm:cxn modelId="{499BB831-1046-4C91-8206-0F68DEEFE3D6}" type="presParOf" srcId="{8BAEB791-58FC-4B79-89B8-48645F42F45B}" destId="{639072E4-80C3-4AC4-ADCE-5224A52E40CB}" srcOrd="1" destOrd="0" presId="urn:microsoft.com/office/officeart/2005/8/layout/hierarchy2"/>
    <dgm:cxn modelId="{03146224-B4DF-4272-8D85-C9818AF9D1E1}" type="presParOf" srcId="{639072E4-80C3-4AC4-ADCE-5224A52E40CB}" destId="{CF3CB4F7-6816-4679-91E1-59721C1D2E3F}" srcOrd="0" destOrd="0" presId="urn:microsoft.com/office/officeart/2005/8/layout/hierarchy2"/>
    <dgm:cxn modelId="{18F2044B-FDEB-4CDD-A0E8-C292B6042B6F}" type="presParOf" srcId="{639072E4-80C3-4AC4-ADCE-5224A52E40CB}" destId="{B05E61F7-BC32-4E83-8141-788991155C1C}" srcOrd="1" destOrd="0" presId="urn:microsoft.com/office/officeart/2005/8/layout/hierarchy2"/>
    <dgm:cxn modelId="{FC990A66-3B08-4B05-98F2-3899ECF49CE1}" type="presParOf" srcId="{8BAEB791-58FC-4B79-89B8-48645F42F45B}" destId="{BD59ACAA-F784-48B9-8772-3D1B8389D5FE}" srcOrd="2" destOrd="0" presId="urn:microsoft.com/office/officeart/2005/8/layout/hierarchy2"/>
    <dgm:cxn modelId="{38599D3B-1CC4-47ED-9626-4B921F33C762}" type="presParOf" srcId="{BD59ACAA-F784-48B9-8772-3D1B8389D5FE}" destId="{5EE94878-E022-4ACD-9BF2-569F1017D957}" srcOrd="0" destOrd="0" presId="urn:microsoft.com/office/officeart/2005/8/layout/hierarchy2"/>
    <dgm:cxn modelId="{C21FD458-782D-4BA8-BAA6-B7A035E1FABB}" type="presParOf" srcId="{8BAEB791-58FC-4B79-89B8-48645F42F45B}" destId="{B131408E-C0C5-4FDE-8EA8-CCD605CB84D4}" srcOrd="3" destOrd="0" presId="urn:microsoft.com/office/officeart/2005/8/layout/hierarchy2"/>
    <dgm:cxn modelId="{1BC232D0-9933-40EF-B1BF-F5194DB36388}" type="presParOf" srcId="{B131408E-C0C5-4FDE-8EA8-CCD605CB84D4}" destId="{329AB074-C4C6-4FFD-85A9-CBD1E4161013}" srcOrd="0" destOrd="0" presId="urn:microsoft.com/office/officeart/2005/8/layout/hierarchy2"/>
    <dgm:cxn modelId="{444B1B7F-097C-4C9C-ABAA-5A2052621557}" type="presParOf" srcId="{B131408E-C0C5-4FDE-8EA8-CCD605CB84D4}" destId="{71D37919-4B25-4922-BC5D-D9079EA9EDC2}" srcOrd="1" destOrd="0" presId="urn:microsoft.com/office/officeart/2005/8/layout/hierarchy2"/>
    <dgm:cxn modelId="{85BBD0CD-3752-4836-8AED-83E8BFB7906E}" type="presParOf" srcId="{8BAEB791-58FC-4B79-89B8-48645F42F45B}" destId="{31B59DC3-4C62-41B8-9834-760637048D7A}" srcOrd="4" destOrd="0" presId="urn:microsoft.com/office/officeart/2005/8/layout/hierarchy2"/>
    <dgm:cxn modelId="{13629757-ABE2-40FF-9853-13323F93C0A8}" type="presParOf" srcId="{31B59DC3-4C62-41B8-9834-760637048D7A}" destId="{6778C1CD-0BF7-4703-9FBC-9B5B7C3DECA5}" srcOrd="0" destOrd="0" presId="urn:microsoft.com/office/officeart/2005/8/layout/hierarchy2"/>
    <dgm:cxn modelId="{5DA5AE54-C51A-45CD-A487-216C912F3D7A}" type="presParOf" srcId="{8BAEB791-58FC-4B79-89B8-48645F42F45B}" destId="{A1AFEFA3-0498-4B5D-AADD-A77D0C2DFE9E}" srcOrd="5" destOrd="0" presId="urn:microsoft.com/office/officeart/2005/8/layout/hierarchy2"/>
    <dgm:cxn modelId="{D11AB123-2E15-49A0-82E7-8292D7BE3D2F}" type="presParOf" srcId="{A1AFEFA3-0498-4B5D-AADD-A77D0C2DFE9E}" destId="{40F102E0-FEB1-4544-8C3E-E086EC2AB2EB}" srcOrd="0" destOrd="0" presId="urn:microsoft.com/office/officeart/2005/8/layout/hierarchy2"/>
    <dgm:cxn modelId="{F3F47391-51DF-4853-9DBA-90669869FC5C}" type="presParOf" srcId="{A1AFEFA3-0498-4B5D-AADD-A77D0C2DFE9E}" destId="{DF4A164B-7DEF-418D-8013-71890944800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599D92-19C2-4944-9BB2-ED174A7D740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6FC8D7C8-2A5D-4B90-AAE1-8D7AB6EA6C94}">
      <dgm:prSet custT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b="1"/>
            <a:t>Monthly Trends Chart</a:t>
          </a:r>
          <a:r>
            <a:rPr lang="en-US" sz="1800"/>
            <a:t>:</a:t>
          </a:r>
          <a:br>
            <a:rPr lang="en-US" sz="1800"/>
          </a:br>
          <a:r>
            <a:rPr lang="en-US" sz="1800"/>
            <a:t>• Line chart showing payout trends</a:t>
          </a:r>
          <a:br>
            <a:rPr lang="en-US" sz="1800"/>
          </a:br>
          <a:r>
            <a:rPr lang="en-US" sz="1800"/>
            <a:t>• 6-month historical data</a:t>
          </a:r>
          <a:br>
            <a:rPr lang="en-US" sz="1800"/>
          </a:br>
          <a:r>
            <a:rPr lang="en-US" sz="1800"/>
            <a:t>• Real-time data aggregation</a:t>
          </a:r>
          <a:endParaRPr lang="en-US" sz="1800" dirty="0"/>
        </a:p>
      </dgm:t>
    </dgm:pt>
    <dgm:pt modelId="{332AD035-AE76-470B-B73F-125E1EF7787A}" type="parTrans" cxnId="{96CB6B2C-74CE-4677-AEAD-1725FDF45A30}">
      <dgm:prSet/>
      <dgm:spPr/>
      <dgm:t>
        <a:bodyPr/>
        <a:lstStyle/>
        <a:p>
          <a:endParaRPr lang="en-US"/>
        </a:p>
      </dgm:t>
    </dgm:pt>
    <dgm:pt modelId="{AD2536FE-0079-4420-897E-A05B5729CCC5}" type="sibTrans" cxnId="{96CB6B2C-74CE-4677-AEAD-1725FDF45A30}">
      <dgm:prSet/>
      <dgm:spPr/>
      <dgm:t>
        <a:bodyPr/>
        <a:lstStyle/>
        <a:p>
          <a:endParaRPr lang="en-US"/>
        </a:p>
      </dgm:t>
    </dgm:pt>
    <dgm:pt modelId="{4825C303-FCA4-44A0-88EF-47B299B2770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Department Spending</a:t>
          </a:r>
          <a:r>
            <a:rPr lang="en-US" dirty="0"/>
            <a:t>:</a:t>
          </a:r>
          <a:br>
            <a:rPr lang="en-US" dirty="0"/>
          </a:br>
          <a:r>
            <a:rPr lang="en-US" dirty="0"/>
            <a:t>• Pie chart breakdown</a:t>
          </a:r>
          <a:br>
            <a:rPr lang="en-US" dirty="0"/>
          </a:br>
          <a:r>
            <a:rPr lang="en-US" dirty="0"/>
            <a:t>• Visual department comparison</a:t>
          </a:r>
          <a:br>
            <a:rPr lang="en-US" dirty="0"/>
          </a:br>
          <a:r>
            <a:rPr lang="en-US" dirty="0"/>
            <a:t>• Percentage distribution</a:t>
          </a:r>
        </a:p>
      </dgm:t>
    </dgm:pt>
    <dgm:pt modelId="{183412F7-ADE5-4089-8CE0-787973B8EBB2}" type="parTrans" cxnId="{F41E82C9-5A84-46ED-9908-DC8B9959D1CC}">
      <dgm:prSet/>
      <dgm:spPr/>
      <dgm:t>
        <a:bodyPr/>
        <a:lstStyle/>
        <a:p>
          <a:endParaRPr lang="en-US"/>
        </a:p>
      </dgm:t>
    </dgm:pt>
    <dgm:pt modelId="{E190F793-267C-4626-8C5A-B2B4BEC23F2E}" type="sibTrans" cxnId="{F41E82C9-5A84-46ED-9908-DC8B9959D1CC}">
      <dgm:prSet/>
      <dgm:spPr/>
      <dgm:t>
        <a:bodyPr/>
        <a:lstStyle/>
        <a:p>
          <a:endParaRPr lang="en-US"/>
        </a:p>
      </dgm:t>
    </dgm:pt>
    <dgm:pt modelId="{2B0AE1B2-25FE-4767-85B5-BE0DC3D72B3C}">
      <dgm:prSet custT="0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Lecturer Performance</a:t>
          </a:r>
          <a:r>
            <a:rPr lang="en-US" dirty="0"/>
            <a:t>:</a:t>
          </a:r>
          <a:br>
            <a:rPr lang="en-US" dirty="0"/>
          </a:br>
          <a:r>
            <a:rPr lang="en-US" dirty="0"/>
            <a:t>• Bar chart ranking</a:t>
          </a:r>
          <a:br>
            <a:rPr lang="en-US" dirty="0"/>
          </a:br>
          <a:r>
            <a:rPr lang="en-US" dirty="0"/>
            <a:t>• Top 8 performers</a:t>
          </a:r>
          <a:br>
            <a:rPr lang="en-US" dirty="0"/>
          </a:br>
          <a:r>
            <a:rPr lang="en-US" dirty="0"/>
            <a:t>• Earnings comparison</a:t>
          </a:r>
        </a:p>
      </dgm:t>
    </dgm:pt>
    <dgm:pt modelId="{31935317-48A7-4003-AC8B-B421DBB71E05}" type="parTrans" cxnId="{767CAE3A-084C-4ED0-9A8B-B21B23FE83B1}">
      <dgm:prSet/>
      <dgm:spPr/>
      <dgm:t>
        <a:bodyPr/>
        <a:lstStyle/>
        <a:p>
          <a:endParaRPr lang="en-US"/>
        </a:p>
      </dgm:t>
    </dgm:pt>
    <dgm:pt modelId="{56BB9D1E-BF9D-46BE-B291-9932AE8174CB}" type="sibTrans" cxnId="{767CAE3A-084C-4ED0-9A8B-B21B23FE83B1}">
      <dgm:prSet/>
      <dgm:spPr/>
      <dgm:t>
        <a:bodyPr/>
        <a:lstStyle/>
        <a:p>
          <a:endParaRPr lang="en-US"/>
        </a:p>
      </dgm:t>
    </dgm:pt>
    <dgm:pt modelId="{CDFE453E-9F78-44F9-BC0D-68DF447A5036}" type="pres">
      <dgm:prSet presAssocID="{6C599D92-19C2-4944-9BB2-ED174A7D740D}" presName="root" presStyleCnt="0">
        <dgm:presLayoutVars>
          <dgm:dir/>
          <dgm:resizeHandles val="exact"/>
        </dgm:presLayoutVars>
      </dgm:prSet>
      <dgm:spPr/>
    </dgm:pt>
    <dgm:pt modelId="{7987E7A5-9CD8-46F1-872C-460A0442A61E}" type="pres">
      <dgm:prSet presAssocID="{6FC8D7C8-2A5D-4B90-AAE1-8D7AB6EA6C94}" presName="compNode" presStyleCnt="0"/>
      <dgm:spPr/>
    </dgm:pt>
    <dgm:pt modelId="{5190A91D-0968-4946-8F31-47467E2B44B5}" type="pres">
      <dgm:prSet presAssocID="{6FC8D7C8-2A5D-4B90-AAE1-8D7AB6EA6C94}" presName="iconBgRect" presStyleLbl="bgShp" presStyleIdx="0" presStyleCnt="3"/>
      <dgm:spPr/>
    </dgm:pt>
    <dgm:pt modelId="{CB70F9A6-D752-4527-BAD5-59A253F1FBB9}" type="pres">
      <dgm:prSet presAssocID="{6FC8D7C8-2A5D-4B90-AAE1-8D7AB6EA6C9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74DC7FC-856E-4209-9BED-9F4C7733C8AC}" type="pres">
      <dgm:prSet presAssocID="{6FC8D7C8-2A5D-4B90-AAE1-8D7AB6EA6C94}" presName="spaceRect" presStyleCnt="0"/>
      <dgm:spPr/>
    </dgm:pt>
    <dgm:pt modelId="{82B70E98-23F0-417E-9D3E-CBADC3C084B8}" type="pres">
      <dgm:prSet presAssocID="{6FC8D7C8-2A5D-4B90-AAE1-8D7AB6EA6C94}" presName="textRect" presStyleLbl="revTx" presStyleIdx="0" presStyleCnt="3">
        <dgm:presLayoutVars>
          <dgm:chMax val="1"/>
          <dgm:chPref val="1"/>
        </dgm:presLayoutVars>
      </dgm:prSet>
      <dgm:spPr/>
    </dgm:pt>
    <dgm:pt modelId="{B190BE6C-E8A8-45ED-A4EC-CF7EDAA12AA5}" type="pres">
      <dgm:prSet presAssocID="{AD2536FE-0079-4420-897E-A05B5729CCC5}" presName="sibTrans" presStyleCnt="0"/>
      <dgm:spPr/>
    </dgm:pt>
    <dgm:pt modelId="{5EB9DE66-1A1E-471B-8B55-F630993889FD}" type="pres">
      <dgm:prSet presAssocID="{4825C303-FCA4-44A0-88EF-47B299B27706}" presName="compNode" presStyleCnt="0"/>
      <dgm:spPr/>
    </dgm:pt>
    <dgm:pt modelId="{97ACF928-0AFD-4932-AC77-70E35E5EA6D5}" type="pres">
      <dgm:prSet presAssocID="{4825C303-FCA4-44A0-88EF-47B299B27706}" presName="iconBgRect" presStyleLbl="bgShp" presStyleIdx="1" presStyleCnt="3"/>
      <dgm:spPr/>
    </dgm:pt>
    <dgm:pt modelId="{4D51E1BE-0403-4344-970E-12F450B59E63}" type="pres">
      <dgm:prSet presAssocID="{4825C303-FCA4-44A0-88EF-47B299B2770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7600758B-0F6F-4200-AD43-F123BA1335AF}" type="pres">
      <dgm:prSet presAssocID="{4825C303-FCA4-44A0-88EF-47B299B27706}" presName="spaceRect" presStyleCnt="0"/>
      <dgm:spPr/>
    </dgm:pt>
    <dgm:pt modelId="{2F1EE72B-92BD-433C-A6B1-417782A36E5D}" type="pres">
      <dgm:prSet presAssocID="{4825C303-FCA4-44A0-88EF-47B299B27706}" presName="textRect" presStyleLbl="revTx" presStyleIdx="1" presStyleCnt="3">
        <dgm:presLayoutVars>
          <dgm:chMax val="1"/>
          <dgm:chPref val="1"/>
        </dgm:presLayoutVars>
      </dgm:prSet>
      <dgm:spPr/>
    </dgm:pt>
    <dgm:pt modelId="{6917E495-7B80-45B0-A689-88ACE3F36BCD}" type="pres">
      <dgm:prSet presAssocID="{E190F793-267C-4626-8C5A-B2B4BEC23F2E}" presName="sibTrans" presStyleCnt="0"/>
      <dgm:spPr/>
    </dgm:pt>
    <dgm:pt modelId="{5548F25A-5DF1-4434-AC35-777AA70931BF}" type="pres">
      <dgm:prSet presAssocID="{2B0AE1B2-25FE-4767-85B5-BE0DC3D72B3C}" presName="compNode" presStyleCnt="0"/>
      <dgm:spPr/>
    </dgm:pt>
    <dgm:pt modelId="{D291B037-198F-4FB7-A753-53D07AE44AC9}" type="pres">
      <dgm:prSet presAssocID="{2B0AE1B2-25FE-4767-85B5-BE0DC3D72B3C}" presName="iconBgRect" presStyleLbl="bgShp" presStyleIdx="2" presStyleCnt="3"/>
      <dgm:spPr/>
    </dgm:pt>
    <dgm:pt modelId="{A604C40E-7646-4592-B415-18905ED80B10}" type="pres">
      <dgm:prSet presAssocID="{2B0AE1B2-25FE-4767-85B5-BE0DC3D72B3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gnal"/>
        </a:ext>
      </dgm:extLst>
    </dgm:pt>
    <dgm:pt modelId="{57401BA6-BE25-4F28-BFD5-33447F1E1396}" type="pres">
      <dgm:prSet presAssocID="{2B0AE1B2-25FE-4767-85B5-BE0DC3D72B3C}" presName="spaceRect" presStyleCnt="0"/>
      <dgm:spPr/>
    </dgm:pt>
    <dgm:pt modelId="{1EEB4CA9-CD74-41B0-840A-410108BACB37}" type="pres">
      <dgm:prSet presAssocID="{2B0AE1B2-25FE-4767-85B5-BE0DC3D72B3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6CB6B2C-74CE-4677-AEAD-1725FDF45A30}" srcId="{6C599D92-19C2-4944-9BB2-ED174A7D740D}" destId="{6FC8D7C8-2A5D-4B90-AAE1-8D7AB6EA6C94}" srcOrd="0" destOrd="0" parTransId="{332AD035-AE76-470B-B73F-125E1EF7787A}" sibTransId="{AD2536FE-0079-4420-897E-A05B5729CCC5}"/>
    <dgm:cxn modelId="{767CAE3A-084C-4ED0-9A8B-B21B23FE83B1}" srcId="{6C599D92-19C2-4944-9BB2-ED174A7D740D}" destId="{2B0AE1B2-25FE-4767-85B5-BE0DC3D72B3C}" srcOrd="2" destOrd="0" parTransId="{31935317-48A7-4003-AC8B-B421DBB71E05}" sibTransId="{56BB9D1E-BF9D-46BE-B291-9932AE8174CB}"/>
    <dgm:cxn modelId="{970C555C-E629-4F13-B4D0-716BF552D78E}" type="presOf" srcId="{4825C303-FCA4-44A0-88EF-47B299B27706}" destId="{2F1EE72B-92BD-433C-A6B1-417782A36E5D}" srcOrd="0" destOrd="0" presId="urn:microsoft.com/office/officeart/2018/5/layout/IconCircleLabelList"/>
    <dgm:cxn modelId="{AEABFB87-A089-44CF-B023-43D09842A9DC}" type="presOf" srcId="{6FC8D7C8-2A5D-4B90-AAE1-8D7AB6EA6C94}" destId="{82B70E98-23F0-417E-9D3E-CBADC3C084B8}" srcOrd="0" destOrd="0" presId="urn:microsoft.com/office/officeart/2018/5/layout/IconCircleLabelList"/>
    <dgm:cxn modelId="{F41E82C9-5A84-46ED-9908-DC8B9959D1CC}" srcId="{6C599D92-19C2-4944-9BB2-ED174A7D740D}" destId="{4825C303-FCA4-44A0-88EF-47B299B27706}" srcOrd="1" destOrd="0" parTransId="{183412F7-ADE5-4089-8CE0-787973B8EBB2}" sibTransId="{E190F793-267C-4626-8C5A-B2B4BEC23F2E}"/>
    <dgm:cxn modelId="{FC32BED7-6894-40F3-A552-1CFFA651ED38}" type="presOf" srcId="{6C599D92-19C2-4944-9BB2-ED174A7D740D}" destId="{CDFE453E-9F78-44F9-BC0D-68DF447A5036}" srcOrd="0" destOrd="0" presId="urn:microsoft.com/office/officeart/2018/5/layout/IconCircleLabelList"/>
    <dgm:cxn modelId="{DD721EE1-EB71-4167-9CB6-16D0DEA6583A}" type="presOf" srcId="{2B0AE1B2-25FE-4767-85B5-BE0DC3D72B3C}" destId="{1EEB4CA9-CD74-41B0-840A-410108BACB37}" srcOrd="0" destOrd="0" presId="urn:microsoft.com/office/officeart/2018/5/layout/IconCircleLabelList"/>
    <dgm:cxn modelId="{F612DA65-B129-4A4D-8BF2-223AEE52271B}" type="presParOf" srcId="{CDFE453E-9F78-44F9-BC0D-68DF447A5036}" destId="{7987E7A5-9CD8-46F1-872C-460A0442A61E}" srcOrd="0" destOrd="0" presId="urn:microsoft.com/office/officeart/2018/5/layout/IconCircleLabelList"/>
    <dgm:cxn modelId="{58BFE9F6-7C2A-4C58-8AD9-4873E96AB7B3}" type="presParOf" srcId="{7987E7A5-9CD8-46F1-872C-460A0442A61E}" destId="{5190A91D-0968-4946-8F31-47467E2B44B5}" srcOrd="0" destOrd="0" presId="urn:microsoft.com/office/officeart/2018/5/layout/IconCircleLabelList"/>
    <dgm:cxn modelId="{C414AACA-02BB-4A99-864F-B0CEB79A9FEB}" type="presParOf" srcId="{7987E7A5-9CD8-46F1-872C-460A0442A61E}" destId="{CB70F9A6-D752-4527-BAD5-59A253F1FBB9}" srcOrd="1" destOrd="0" presId="urn:microsoft.com/office/officeart/2018/5/layout/IconCircleLabelList"/>
    <dgm:cxn modelId="{2E3F74BC-B9B6-4380-8142-91C9E8F33A30}" type="presParOf" srcId="{7987E7A5-9CD8-46F1-872C-460A0442A61E}" destId="{A74DC7FC-856E-4209-9BED-9F4C7733C8AC}" srcOrd="2" destOrd="0" presId="urn:microsoft.com/office/officeart/2018/5/layout/IconCircleLabelList"/>
    <dgm:cxn modelId="{500F7FD2-0D35-4A22-828B-307492E907A3}" type="presParOf" srcId="{7987E7A5-9CD8-46F1-872C-460A0442A61E}" destId="{82B70E98-23F0-417E-9D3E-CBADC3C084B8}" srcOrd="3" destOrd="0" presId="urn:microsoft.com/office/officeart/2018/5/layout/IconCircleLabelList"/>
    <dgm:cxn modelId="{8E85EB6A-DC15-4155-B906-DD67A18A87AE}" type="presParOf" srcId="{CDFE453E-9F78-44F9-BC0D-68DF447A5036}" destId="{B190BE6C-E8A8-45ED-A4EC-CF7EDAA12AA5}" srcOrd="1" destOrd="0" presId="urn:microsoft.com/office/officeart/2018/5/layout/IconCircleLabelList"/>
    <dgm:cxn modelId="{73F7E57C-7C64-48DA-97D8-57532C44137B}" type="presParOf" srcId="{CDFE453E-9F78-44F9-BC0D-68DF447A5036}" destId="{5EB9DE66-1A1E-471B-8B55-F630993889FD}" srcOrd="2" destOrd="0" presId="urn:microsoft.com/office/officeart/2018/5/layout/IconCircleLabelList"/>
    <dgm:cxn modelId="{5AC98038-85AD-4F96-8AD7-469FB555487F}" type="presParOf" srcId="{5EB9DE66-1A1E-471B-8B55-F630993889FD}" destId="{97ACF928-0AFD-4932-AC77-70E35E5EA6D5}" srcOrd="0" destOrd="0" presId="urn:microsoft.com/office/officeart/2018/5/layout/IconCircleLabelList"/>
    <dgm:cxn modelId="{D32F711E-8365-4727-B9DD-5A05F5E4EFA1}" type="presParOf" srcId="{5EB9DE66-1A1E-471B-8B55-F630993889FD}" destId="{4D51E1BE-0403-4344-970E-12F450B59E63}" srcOrd="1" destOrd="0" presId="urn:microsoft.com/office/officeart/2018/5/layout/IconCircleLabelList"/>
    <dgm:cxn modelId="{37683DCE-AEC1-49CB-88B8-C1AAD48AE64F}" type="presParOf" srcId="{5EB9DE66-1A1E-471B-8B55-F630993889FD}" destId="{7600758B-0F6F-4200-AD43-F123BA1335AF}" srcOrd="2" destOrd="0" presId="urn:microsoft.com/office/officeart/2018/5/layout/IconCircleLabelList"/>
    <dgm:cxn modelId="{F90FB19C-09F2-4F99-900A-D2D9D26CC4A5}" type="presParOf" srcId="{5EB9DE66-1A1E-471B-8B55-F630993889FD}" destId="{2F1EE72B-92BD-433C-A6B1-417782A36E5D}" srcOrd="3" destOrd="0" presId="urn:microsoft.com/office/officeart/2018/5/layout/IconCircleLabelList"/>
    <dgm:cxn modelId="{A4B05CD1-11FE-430B-9C16-3F182A3290B7}" type="presParOf" srcId="{CDFE453E-9F78-44F9-BC0D-68DF447A5036}" destId="{6917E495-7B80-45B0-A689-88ACE3F36BCD}" srcOrd="3" destOrd="0" presId="urn:microsoft.com/office/officeart/2018/5/layout/IconCircleLabelList"/>
    <dgm:cxn modelId="{431B3823-6CFF-460E-8616-B29F45068214}" type="presParOf" srcId="{CDFE453E-9F78-44F9-BC0D-68DF447A5036}" destId="{5548F25A-5DF1-4434-AC35-777AA70931BF}" srcOrd="4" destOrd="0" presId="urn:microsoft.com/office/officeart/2018/5/layout/IconCircleLabelList"/>
    <dgm:cxn modelId="{879BCB9E-C8D0-414D-8A79-2B055CDA8C2D}" type="presParOf" srcId="{5548F25A-5DF1-4434-AC35-777AA70931BF}" destId="{D291B037-198F-4FB7-A753-53D07AE44AC9}" srcOrd="0" destOrd="0" presId="urn:microsoft.com/office/officeart/2018/5/layout/IconCircleLabelList"/>
    <dgm:cxn modelId="{14D9B746-183D-412D-9C33-A06B46633E79}" type="presParOf" srcId="{5548F25A-5DF1-4434-AC35-777AA70931BF}" destId="{A604C40E-7646-4592-B415-18905ED80B10}" srcOrd="1" destOrd="0" presId="urn:microsoft.com/office/officeart/2018/5/layout/IconCircleLabelList"/>
    <dgm:cxn modelId="{F80FBB37-6B72-470D-8F0B-EDF868B348DF}" type="presParOf" srcId="{5548F25A-5DF1-4434-AC35-777AA70931BF}" destId="{57401BA6-BE25-4F28-BFD5-33447F1E1396}" srcOrd="2" destOrd="0" presId="urn:microsoft.com/office/officeart/2018/5/layout/IconCircleLabelList"/>
    <dgm:cxn modelId="{E72A0D40-510D-4D03-8260-8C3B34142A81}" type="presParOf" srcId="{5548F25A-5DF1-4434-AC35-777AA70931BF}" destId="{1EEB4CA9-CD74-41B0-840A-410108BACB3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B0FFEDD-A86F-4865-81F0-F6A340F79520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C650AE-DFA9-447E-818F-05E41C5C01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SQLite Decimal Aggregation:</a:t>
          </a:r>
          <a:br>
            <a:rPr lang="en-US"/>
          </a:br>
          <a:r>
            <a:rPr lang="en-US"/>
            <a:t>• Fixed decimal computation issues</a:t>
          </a:r>
          <a:br>
            <a:rPr lang="en-US"/>
          </a:br>
          <a:r>
            <a:rPr lang="en-US"/>
            <a:t>• Implemented client-side grouping</a:t>
          </a:r>
          <a:br>
            <a:rPr lang="en-US"/>
          </a:br>
          <a:r>
            <a:rPr lang="en-US"/>
            <a:t>• Maintained data accuracy</a:t>
          </a:r>
        </a:p>
      </dgm:t>
    </dgm:pt>
    <dgm:pt modelId="{F689F5DA-EE04-40F2-A4F9-7BBCA8820F3E}" type="parTrans" cxnId="{9C1124FC-6CF2-4763-8792-7DA82EB37324}">
      <dgm:prSet/>
      <dgm:spPr/>
      <dgm:t>
        <a:bodyPr/>
        <a:lstStyle/>
        <a:p>
          <a:endParaRPr lang="en-US"/>
        </a:p>
      </dgm:t>
    </dgm:pt>
    <dgm:pt modelId="{848492EE-0FEB-4040-B95F-AA555DAB315A}" type="sibTrans" cxnId="{9C1124FC-6CF2-4763-8792-7DA82EB37324}">
      <dgm:prSet/>
      <dgm:spPr/>
      <dgm:t>
        <a:bodyPr/>
        <a:lstStyle/>
        <a:p>
          <a:endParaRPr lang="en-US"/>
        </a:p>
      </dgm:t>
    </dgm:pt>
    <dgm:pt modelId="{2D6E513E-0F98-4884-A564-C9B29A2CE7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Chart Data Integration</a:t>
          </a:r>
          <a:r>
            <a:rPr lang="en-US"/>
            <a:t>:</a:t>
          </a:r>
          <a:br>
            <a:rPr lang="en-US"/>
          </a:br>
          <a:r>
            <a:rPr lang="en-US"/>
            <a:t>• Real-time data binding</a:t>
          </a:r>
          <a:br>
            <a:rPr lang="en-US"/>
          </a:br>
          <a:r>
            <a:rPr lang="en-US"/>
            <a:t>• Dynamic chart updates</a:t>
          </a:r>
          <a:br>
            <a:rPr lang="en-US"/>
          </a:br>
          <a:r>
            <a:rPr lang="en-US"/>
            <a:t>• Performance optimization</a:t>
          </a:r>
        </a:p>
      </dgm:t>
    </dgm:pt>
    <dgm:pt modelId="{58513F91-50EC-4D16-B86F-E8E4A51FE59F}" type="parTrans" cxnId="{FF1DD964-8E72-4A09-B3B4-DA7206ADFCCF}">
      <dgm:prSet/>
      <dgm:spPr/>
      <dgm:t>
        <a:bodyPr/>
        <a:lstStyle/>
        <a:p>
          <a:endParaRPr lang="en-US"/>
        </a:p>
      </dgm:t>
    </dgm:pt>
    <dgm:pt modelId="{CFD86DB1-4250-4B0C-8EA6-82A08AAE1AD8}" type="sibTrans" cxnId="{FF1DD964-8E72-4A09-B3B4-DA7206ADFCCF}">
      <dgm:prSet/>
      <dgm:spPr/>
      <dgm:t>
        <a:bodyPr/>
        <a:lstStyle/>
        <a:p>
          <a:endParaRPr lang="en-US"/>
        </a:p>
      </dgm:t>
    </dgm:pt>
    <dgm:pt modelId="{9AA6480F-7EA5-4712-99D4-E625B76295D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Role-based</a:t>
          </a:r>
          <a:r>
            <a:rPr lang="en-US"/>
            <a:t> </a:t>
          </a:r>
          <a:r>
            <a:rPr lang="en-US" b="1"/>
            <a:t>Security</a:t>
          </a:r>
          <a:r>
            <a:rPr lang="en-US"/>
            <a:t>:</a:t>
          </a:r>
          <a:br>
            <a:rPr lang="en-US"/>
          </a:br>
          <a:r>
            <a:rPr lang="en-US"/>
            <a:t>• Secure session management</a:t>
          </a:r>
          <a:br>
            <a:rPr lang="en-US"/>
          </a:br>
          <a:r>
            <a:rPr lang="en-US"/>
            <a:t>• Proper authorization filters</a:t>
          </a:r>
          <a:br>
            <a:rPr lang="en-US"/>
          </a:br>
          <a:r>
            <a:rPr lang="en-US"/>
            <a:t>• Access control implementation</a:t>
          </a:r>
        </a:p>
      </dgm:t>
    </dgm:pt>
    <dgm:pt modelId="{3FD8F638-038A-4206-AFA9-7968C45F1C72}" type="parTrans" cxnId="{019B891F-5A36-4FC9-8764-C8E4050A0313}">
      <dgm:prSet/>
      <dgm:spPr/>
      <dgm:t>
        <a:bodyPr/>
        <a:lstStyle/>
        <a:p>
          <a:endParaRPr lang="en-US"/>
        </a:p>
      </dgm:t>
    </dgm:pt>
    <dgm:pt modelId="{1721DAE6-FDD4-46B1-B11D-6C4C3F8E2AAF}" type="sibTrans" cxnId="{019B891F-5A36-4FC9-8764-C8E4050A0313}">
      <dgm:prSet/>
      <dgm:spPr/>
      <dgm:t>
        <a:bodyPr/>
        <a:lstStyle/>
        <a:p>
          <a:endParaRPr lang="en-US"/>
        </a:p>
      </dgm:t>
    </dgm:pt>
    <dgm:pt modelId="{2CB93985-7AAE-4A35-A6CC-3389E72167E7}" type="pres">
      <dgm:prSet presAssocID="{DB0FFEDD-A86F-4865-81F0-F6A340F79520}" presName="root" presStyleCnt="0">
        <dgm:presLayoutVars>
          <dgm:dir/>
          <dgm:resizeHandles val="exact"/>
        </dgm:presLayoutVars>
      </dgm:prSet>
      <dgm:spPr/>
    </dgm:pt>
    <dgm:pt modelId="{F20C9BE2-4800-4D4C-A741-81D560A60C16}" type="pres">
      <dgm:prSet presAssocID="{CAC650AE-DFA9-447E-818F-05E41C5C013C}" presName="compNode" presStyleCnt="0"/>
      <dgm:spPr/>
    </dgm:pt>
    <dgm:pt modelId="{93189F65-CBF8-41B2-8E1B-3B3ED6B9CC0C}" type="pres">
      <dgm:prSet presAssocID="{CAC650AE-DFA9-447E-818F-05E41C5C013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8422B818-346A-4474-BBDB-E268DCB82266}" type="pres">
      <dgm:prSet presAssocID="{CAC650AE-DFA9-447E-818F-05E41C5C013C}" presName="spaceRect" presStyleCnt="0"/>
      <dgm:spPr/>
    </dgm:pt>
    <dgm:pt modelId="{75BA4592-228A-480E-A8D6-2CC0B8C28604}" type="pres">
      <dgm:prSet presAssocID="{CAC650AE-DFA9-447E-818F-05E41C5C013C}" presName="textRect" presStyleLbl="revTx" presStyleIdx="0" presStyleCnt="3">
        <dgm:presLayoutVars>
          <dgm:chMax val="1"/>
          <dgm:chPref val="1"/>
        </dgm:presLayoutVars>
      </dgm:prSet>
      <dgm:spPr/>
    </dgm:pt>
    <dgm:pt modelId="{9E8C2E8C-EBED-4793-8F99-31671A96A1BE}" type="pres">
      <dgm:prSet presAssocID="{848492EE-0FEB-4040-B95F-AA555DAB315A}" presName="sibTrans" presStyleCnt="0"/>
      <dgm:spPr/>
    </dgm:pt>
    <dgm:pt modelId="{3BBF7E45-C681-4162-9545-251091D63097}" type="pres">
      <dgm:prSet presAssocID="{2D6E513E-0F98-4884-A564-C9B29A2CE727}" presName="compNode" presStyleCnt="0"/>
      <dgm:spPr/>
    </dgm:pt>
    <dgm:pt modelId="{B39C4EC0-9E09-4C5A-BF20-61E8FD0428A4}" type="pres">
      <dgm:prSet presAssocID="{2D6E513E-0F98-4884-A564-C9B29A2CE72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75E13139-8B1C-44F6-9F04-16FE65653F72}" type="pres">
      <dgm:prSet presAssocID="{2D6E513E-0F98-4884-A564-C9B29A2CE727}" presName="spaceRect" presStyleCnt="0"/>
      <dgm:spPr/>
    </dgm:pt>
    <dgm:pt modelId="{5306F0B3-7BC2-455D-8A76-EAA04A524EB6}" type="pres">
      <dgm:prSet presAssocID="{2D6E513E-0F98-4884-A564-C9B29A2CE727}" presName="textRect" presStyleLbl="revTx" presStyleIdx="1" presStyleCnt="3">
        <dgm:presLayoutVars>
          <dgm:chMax val="1"/>
          <dgm:chPref val="1"/>
        </dgm:presLayoutVars>
      </dgm:prSet>
      <dgm:spPr/>
    </dgm:pt>
    <dgm:pt modelId="{B0A6EAB8-8C59-46A6-8433-681A783795B6}" type="pres">
      <dgm:prSet presAssocID="{CFD86DB1-4250-4B0C-8EA6-82A08AAE1AD8}" presName="sibTrans" presStyleCnt="0"/>
      <dgm:spPr/>
    </dgm:pt>
    <dgm:pt modelId="{6DF81FA2-D2BC-47FF-A5F5-D6626F3302B6}" type="pres">
      <dgm:prSet presAssocID="{9AA6480F-7EA5-4712-99D4-E625B76295D0}" presName="compNode" presStyleCnt="0"/>
      <dgm:spPr/>
    </dgm:pt>
    <dgm:pt modelId="{D0F8854A-5144-4B3C-86D0-E54B539B854A}" type="pres">
      <dgm:prSet presAssocID="{9AA6480F-7EA5-4712-99D4-E625B76295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03D85C28-9961-4EC0-B6F7-4F49A4669EE8}" type="pres">
      <dgm:prSet presAssocID="{9AA6480F-7EA5-4712-99D4-E625B76295D0}" presName="spaceRect" presStyleCnt="0"/>
      <dgm:spPr/>
    </dgm:pt>
    <dgm:pt modelId="{3A26FFEE-F277-4E21-A0AF-77B8CFCCB132}" type="pres">
      <dgm:prSet presAssocID="{9AA6480F-7EA5-4712-99D4-E625B76295D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19B891F-5A36-4FC9-8764-C8E4050A0313}" srcId="{DB0FFEDD-A86F-4865-81F0-F6A340F79520}" destId="{9AA6480F-7EA5-4712-99D4-E625B76295D0}" srcOrd="2" destOrd="0" parTransId="{3FD8F638-038A-4206-AFA9-7968C45F1C72}" sibTransId="{1721DAE6-FDD4-46B1-B11D-6C4C3F8E2AAF}"/>
    <dgm:cxn modelId="{FF1DD964-8E72-4A09-B3B4-DA7206ADFCCF}" srcId="{DB0FFEDD-A86F-4865-81F0-F6A340F79520}" destId="{2D6E513E-0F98-4884-A564-C9B29A2CE727}" srcOrd="1" destOrd="0" parTransId="{58513F91-50EC-4D16-B86F-E8E4A51FE59F}" sibTransId="{CFD86DB1-4250-4B0C-8EA6-82A08AAE1AD8}"/>
    <dgm:cxn modelId="{A9CD4E84-9040-42C7-9E7F-2FDA7181A393}" type="presOf" srcId="{CAC650AE-DFA9-447E-818F-05E41C5C013C}" destId="{75BA4592-228A-480E-A8D6-2CC0B8C28604}" srcOrd="0" destOrd="0" presId="urn:microsoft.com/office/officeart/2018/2/layout/IconLabelList"/>
    <dgm:cxn modelId="{410F529D-0F85-4682-A2F4-5B7B6F36B098}" type="presOf" srcId="{2D6E513E-0F98-4884-A564-C9B29A2CE727}" destId="{5306F0B3-7BC2-455D-8A76-EAA04A524EB6}" srcOrd="0" destOrd="0" presId="urn:microsoft.com/office/officeart/2018/2/layout/IconLabelList"/>
    <dgm:cxn modelId="{51382FA6-3FD2-4073-9508-7C3797526511}" type="presOf" srcId="{DB0FFEDD-A86F-4865-81F0-F6A340F79520}" destId="{2CB93985-7AAE-4A35-A6CC-3389E72167E7}" srcOrd="0" destOrd="0" presId="urn:microsoft.com/office/officeart/2018/2/layout/IconLabelList"/>
    <dgm:cxn modelId="{02FAEBDA-83E5-4B2F-A20C-D2B3D3C9854B}" type="presOf" srcId="{9AA6480F-7EA5-4712-99D4-E625B76295D0}" destId="{3A26FFEE-F277-4E21-A0AF-77B8CFCCB132}" srcOrd="0" destOrd="0" presId="urn:microsoft.com/office/officeart/2018/2/layout/IconLabelList"/>
    <dgm:cxn modelId="{9C1124FC-6CF2-4763-8792-7DA82EB37324}" srcId="{DB0FFEDD-A86F-4865-81F0-F6A340F79520}" destId="{CAC650AE-DFA9-447E-818F-05E41C5C013C}" srcOrd="0" destOrd="0" parTransId="{F689F5DA-EE04-40F2-A4F9-7BBCA8820F3E}" sibTransId="{848492EE-0FEB-4040-B95F-AA555DAB315A}"/>
    <dgm:cxn modelId="{A61B40CD-B651-47EE-A4D6-7B9F415EFC17}" type="presParOf" srcId="{2CB93985-7AAE-4A35-A6CC-3389E72167E7}" destId="{F20C9BE2-4800-4D4C-A741-81D560A60C16}" srcOrd="0" destOrd="0" presId="urn:microsoft.com/office/officeart/2018/2/layout/IconLabelList"/>
    <dgm:cxn modelId="{4FFB5571-4B0B-4CA3-973E-AFC647B21CB2}" type="presParOf" srcId="{F20C9BE2-4800-4D4C-A741-81D560A60C16}" destId="{93189F65-CBF8-41B2-8E1B-3B3ED6B9CC0C}" srcOrd="0" destOrd="0" presId="urn:microsoft.com/office/officeart/2018/2/layout/IconLabelList"/>
    <dgm:cxn modelId="{26ED9282-A2BA-4469-8FF6-B760729A900D}" type="presParOf" srcId="{F20C9BE2-4800-4D4C-A741-81D560A60C16}" destId="{8422B818-346A-4474-BBDB-E268DCB82266}" srcOrd="1" destOrd="0" presId="urn:microsoft.com/office/officeart/2018/2/layout/IconLabelList"/>
    <dgm:cxn modelId="{D594B349-A03F-470E-8819-8388D151CC37}" type="presParOf" srcId="{F20C9BE2-4800-4D4C-A741-81D560A60C16}" destId="{75BA4592-228A-480E-A8D6-2CC0B8C28604}" srcOrd="2" destOrd="0" presId="urn:microsoft.com/office/officeart/2018/2/layout/IconLabelList"/>
    <dgm:cxn modelId="{1F0E292F-E891-4E24-AC7A-E080062E7E11}" type="presParOf" srcId="{2CB93985-7AAE-4A35-A6CC-3389E72167E7}" destId="{9E8C2E8C-EBED-4793-8F99-31671A96A1BE}" srcOrd="1" destOrd="0" presId="urn:microsoft.com/office/officeart/2018/2/layout/IconLabelList"/>
    <dgm:cxn modelId="{F1ACD985-011F-48C1-AF75-F9A8E191DF51}" type="presParOf" srcId="{2CB93985-7AAE-4A35-A6CC-3389E72167E7}" destId="{3BBF7E45-C681-4162-9545-251091D63097}" srcOrd="2" destOrd="0" presId="urn:microsoft.com/office/officeart/2018/2/layout/IconLabelList"/>
    <dgm:cxn modelId="{D18C5469-110B-438C-9EB4-947F86905660}" type="presParOf" srcId="{3BBF7E45-C681-4162-9545-251091D63097}" destId="{B39C4EC0-9E09-4C5A-BF20-61E8FD0428A4}" srcOrd="0" destOrd="0" presId="urn:microsoft.com/office/officeart/2018/2/layout/IconLabelList"/>
    <dgm:cxn modelId="{95C7E041-A890-49F1-89F0-E5E3D2651BA4}" type="presParOf" srcId="{3BBF7E45-C681-4162-9545-251091D63097}" destId="{75E13139-8B1C-44F6-9F04-16FE65653F72}" srcOrd="1" destOrd="0" presId="urn:microsoft.com/office/officeart/2018/2/layout/IconLabelList"/>
    <dgm:cxn modelId="{5852D13B-34F2-4C60-933B-BAE1AAA2E6D8}" type="presParOf" srcId="{3BBF7E45-C681-4162-9545-251091D63097}" destId="{5306F0B3-7BC2-455D-8A76-EAA04A524EB6}" srcOrd="2" destOrd="0" presId="urn:microsoft.com/office/officeart/2018/2/layout/IconLabelList"/>
    <dgm:cxn modelId="{970EF8D7-BAAC-4509-8A5E-9FB960C81E75}" type="presParOf" srcId="{2CB93985-7AAE-4A35-A6CC-3389E72167E7}" destId="{B0A6EAB8-8C59-46A6-8433-681A783795B6}" srcOrd="3" destOrd="0" presId="urn:microsoft.com/office/officeart/2018/2/layout/IconLabelList"/>
    <dgm:cxn modelId="{1ED4E412-BAAA-4E3D-ACBA-2FFE9D904A75}" type="presParOf" srcId="{2CB93985-7AAE-4A35-A6CC-3389E72167E7}" destId="{6DF81FA2-D2BC-47FF-A5F5-D6626F3302B6}" srcOrd="4" destOrd="0" presId="urn:microsoft.com/office/officeart/2018/2/layout/IconLabelList"/>
    <dgm:cxn modelId="{41271FCB-98C8-48E8-8FD4-9B22E520689B}" type="presParOf" srcId="{6DF81FA2-D2BC-47FF-A5F5-D6626F3302B6}" destId="{D0F8854A-5144-4B3C-86D0-E54B539B854A}" srcOrd="0" destOrd="0" presId="urn:microsoft.com/office/officeart/2018/2/layout/IconLabelList"/>
    <dgm:cxn modelId="{39304ED4-FF63-4A1F-AF67-204C0FA1C542}" type="presParOf" srcId="{6DF81FA2-D2BC-47FF-A5F5-D6626F3302B6}" destId="{03D85C28-9961-4EC0-B6F7-4F49A4669EE8}" srcOrd="1" destOrd="0" presId="urn:microsoft.com/office/officeart/2018/2/layout/IconLabelList"/>
    <dgm:cxn modelId="{3F7C7A9F-AC65-4766-BF7A-278437401349}" type="presParOf" srcId="{6DF81FA2-D2BC-47FF-A5F5-D6626F3302B6}" destId="{3A26FFEE-F277-4E21-A0AF-77B8CFCCB1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7E7ACA-A6FF-4C5A-A534-A4C127CC62A5}">
      <dsp:nvSpPr>
        <dsp:cNvPr id="0" name=""/>
        <dsp:cNvSpPr/>
      </dsp:nvSpPr>
      <dsp:spPr>
        <a:xfrm>
          <a:off x="3352058" y="1426"/>
          <a:ext cx="1737881" cy="8689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Session Management</a:t>
          </a:r>
          <a:endParaRPr lang="en-US" sz="1800" kern="1200"/>
        </a:p>
      </dsp:txBody>
      <dsp:txXfrm>
        <a:off x="3377508" y="26876"/>
        <a:ext cx="1686981" cy="818040"/>
      </dsp:txXfrm>
    </dsp:sp>
    <dsp:sp modelId="{82D1C8D3-4699-4EF5-941F-0C4A51B91B82}">
      <dsp:nvSpPr>
        <dsp:cNvPr id="0" name=""/>
        <dsp:cNvSpPr/>
      </dsp:nvSpPr>
      <dsp:spPr>
        <a:xfrm>
          <a:off x="3352058" y="1000708"/>
          <a:ext cx="1737881" cy="8689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Password Security</a:t>
          </a:r>
          <a:endParaRPr lang="en-US" sz="1800" kern="1200"/>
        </a:p>
      </dsp:txBody>
      <dsp:txXfrm>
        <a:off x="3377508" y="1026158"/>
        <a:ext cx="1686981" cy="818040"/>
      </dsp:txXfrm>
    </dsp:sp>
    <dsp:sp modelId="{15EC9FCC-4F5B-44B3-8FC9-949D8D80E862}">
      <dsp:nvSpPr>
        <dsp:cNvPr id="0" name=""/>
        <dsp:cNvSpPr/>
      </dsp:nvSpPr>
      <dsp:spPr>
        <a:xfrm>
          <a:off x="3352058" y="1999990"/>
          <a:ext cx="1737881" cy="8689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Authorization Filters</a:t>
          </a:r>
          <a:endParaRPr lang="en-US" sz="1800" kern="1200"/>
        </a:p>
      </dsp:txBody>
      <dsp:txXfrm>
        <a:off x="3377508" y="2025440"/>
        <a:ext cx="1686981" cy="818040"/>
      </dsp:txXfrm>
    </dsp:sp>
    <dsp:sp modelId="{732BCE7B-AABF-48D3-99FE-1B46FCEA7105}">
      <dsp:nvSpPr>
        <dsp:cNvPr id="0" name=""/>
        <dsp:cNvSpPr/>
      </dsp:nvSpPr>
      <dsp:spPr>
        <a:xfrm>
          <a:off x="3352058" y="2999272"/>
          <a:ext cx="1737881" cy="8689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/>
            <a:t>Role-based Access Control</a:t>
          </a:r>
          <a:r>
            <a:rPr lang="en-US" sz="1800" kern="1200"/>
            <a:t>:</a:t>
          </a:r>
        </a:p>
      </dsp:txBody>
      <dsp:txXfrm>
        <a:off x="3377508" y="3024722"/>
        <a:ext cx="1686981" cy="818040"/>
      </dsp:txXfrm>
    </dsp:sp>
    <dsp:sp modelId="{13186BAE-CFA2-4584-A934-EB8EBC07AA6C}">
      <dsp:nvSpPr>
        <dsp:cNvPr id="0" name=""/>
        <dsp:cNvSpPr/>
      </dsp:nvSpPr>
      <dsp:spPr>
        <a:xfrm rot="18289469">
          <a:off x="4828870" y="2918040"/>
          <a:ext cx="121729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7292" y="1606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07084" y="2903669"/>
        <a:ext cx="60864" cy="60864"/>
      </dsp:txXfrm>
    </dsp:sp>
    <dsp:sp modelId="{CF3CB4F7-6816-4679-91E1-59721C1D2E3F}">
      <dsp:nvSpPr>
        <dsp:cNvPr id="0" name=""/>
        <dsp:cNvSpPr/>
      </dsp:nvSpPr>
      <dsp:spPr>
        <a:xfrm>
          <a:off x="5785092" y="1999990"/>
          <a:ext cx="1737881" cy="8689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Lecturer</a:t>
          </a:r>
          <a:r>
            <a:rPr lang="en-US" sz="1800" kern="1200"/>
            <a:t>: Submit &amp; View Claims</a:t>
          </a:r>
        </a:p>
      </dsp:txBody>
      <dsp:txXfrm>
        <a:off x="5810542" y="2025440"/>
        <a:ext cx="1686981" cy="818040"/>
      </dsp:txXfrm>
    </dsp:sp>
    <dsp:sp modelId="{BD59ACAA-F784-48B9-8772-3D1B8389D5FE}">
      <dsp:nvSpPr>
        <dsp:cNvPr id="0" name=""/>
        <dsp:cNvSpPr/>
      </dsp:nvSpPr>
      <dsp:spPr>
        <a:xfrm>
          <a:off x="5089940" y="3417681"/>
          <a:ext cx="69515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695152" y="1606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20137" y="3416364"/>
        <a:ext cx="34757" cy="34757"/>
      </dsp:txXfrm>
    </dsp:sp>
    <dsp:sp modelId="{329AB074-C4C6-4FFD-85A9-CBD1E4161013}">
      <dsp:nvSpPr>
        <dsp:cNvPr id="0" name=""/>
        <dsp:cNvSpPr/>
      </dsp:nvSpPr>
      <dsp:spPr>
        <a:xfrm>
          <a:off x="5785092" y="2999272"/>
          <a:ext cx="1737881" cy="8689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Coordinator</a:t>
          </a:r>
          <a:r>
            <a:rPr lang="en-US" sz="1800" kern="1200"/>
            <a:t>: Review &amp; Approve Claims</a:t>
          </a:r>
        </a:p>
      </dsp:txBody>
      <dsp:txXfrm>
        <a:off x="5810542" y="3024722"/>
        <a:ext cx="1686981" cy="818040"/>
      </dsp:txXfrm>
    </dsp:sp>
    <dsp:sp modelId="{31B59DC3-4C62-41B8-9834-760637048D7A}">
      <dsp:nvSpPr>
        <dsp:cNvPr id="0" name=""/>
        <dsp:cNvSpPr/>
      </dsp:nvSpPr>
      <dsp:spPr>
        <a:xfrm rot="3310531">
          <a:off x="4828870" y="3917322"/>
          <a:ext cx="121729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7292" y="1606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07084" y="3902951"/>
        <a:ext cx="60864" cy="60864"/>
      </dsp:txXfrm>
    </dsp:sp>
    <dsp:sp modelId="{40F102E0-FEB1-4544-8C3E-E086EC2AB2EB}">
      <dsp:nvSpPr>
        <dsp:cNvPr id="0" name=""/>
        <dsp:cNvSpPr/>
      </dsp:nvSpPr>
      <dsp:spPr>
        <a:xfrm>
          <a:off x="5785092" y="3998554"/>
          <a:ext cx="1737881" cy="8689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Manager/HR</a:t>
          </a:r>
          <a:r>
            <a:rPr lang="en-US" sz="1800" kern="1200"/>
            <a:t>: Full Dashboard Access</a:t>
          </a:r>
        </a:p>
      </dsp:txBody>
      <dsp:txXfrm>
        <a:off x="5810542" y="4024004"/>
        <a:ext cx="1686981" cy="818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90A91D-0968-4946-8F31-47467E2B44B5}">
      <dsp:nvSpPr>
        <dsp:cNvPr id="0" name=""/>
        <dsp:cNvSpPr/>
      </dsp:nvSpPr>
      <dsp:spPr>
        <a:xfrm>
          <a:off x="739105" y="973865"/>
          <a:ext cx="2161687" cy="216168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0F9A6-D752-4527-BAD5-59A253F1FBB9}">
      <dsp:nvSpPr>
        <dsp:cNvPr id="0" name=""/>
        <dsp:cNvSpPr/>
      </dsp:nvSpPr>
      <dsp:spPr>
        <a:xfrm>
          <a:off x="1199793" y="1434553"/>
          <a:ext cx="1240312" cy="12403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70E98-23F0-417E-9D3E-CBADC3C084B8}">
      <dsp:nvSpPr>
        <dsp:cNvPr id="0" name=""/>
        <dsp:cNvSpPr/>
      </dsp:nvSpPr>
      <dsp:spPr>
        <a:xfrm>
          <a:off x="48074" y="3808865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/>
            <a:t>Monthly Trends Chart</a:t>
          </a:r>
          <a:r>
            <a:rPr lang="en-US" sz="1100" kern="1200"/>
            <a:t>:</a:t>
          </a:r>
          <a:br>
            <a:rPr lang="en-US" sz="1100" kern="1200"/>
          </a:br>
          <a:r>
            <a:rPr lang="en-US" sz="1100" kern="1200"/>
            <a:t>• Line chart showing payout trends</a:t>
          </a:r>
          <a:br>
            <a:rPr lang="en-US" sz="1100" kern="1200"/>
          </a:br>
          <a:r>
            <a:rPr lang="en-US" sz="1100" kern="1200"/>
            <a:t>• 6-month historical data</a:t>
          </a:r>
          <a:br>
            <a:rPr lang="en-US" sz="1100" kern="1200"/>
          </a:br>
          <a:r>
            <a:rPr lang="en-US" sz="1100" kern="1200"/>
            <a:t>• Real-time data aggregation</a:t>
          </a:r>
          <a:endParaRPr lang="en-US" sz="1100" kern="1200" dirty="0"/>
        </a:p>
      </dsp:txBody>
      <dsp:txXfrm>
        <a:off x="48074" y="3808865"/>
        <a:ext cx="3543750" cy="720000"/>
      </dsp:txXfrm>
    </dsp:sp>
    <dsp:sp modelId="{97ACF928-0AFD-4932-AC77-70E35E5EA6D5}">
      <dsp:nvSpPr>
        <dsp:cNvPr id="0" name=""/>
        <dsp:cNvSpPr/>
      </dsp:nvSpPr>
      <dsp:spPr>
        <a:xfrm>
          <a:off x="4903012" y="973865"/>
          <a:ext cx="2161687" cy="2161687"/>
        </a:xfrm>
        <a:prstGeom prst="ellipse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1E1BE-0403-4344-970E-12F450B59E63}">
      <dsp:nvSpPr>
        <dsp:cNvPr id="0" name=""/>
        <dsp:cNvSpPr/>
      </dsp:nvSpPr>
      <dsp:spPr>
        <a:xfrm>
          <a:off x="5363699" y="1434553"/>
          <a:ext cx="1240312" cy="12403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EE72B-92BD-433C-A6B1-417782A36E5D}">
      <dsp:nvSpPr>
        <dsp:cNvPr id="0" name=""/>
        <dsp:cNvSpPr/>
      </dsp:nvSpPr>
      <dsp:spPr>
        <a:xfrm>
          <a:off x="4211980" y="3808865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Department Spending</a:t>
          </a:r>
          <a:r>
            <a:rPr lang="en-US" sz="1100" kern="1200" dirty="0"/>
            <a:t>:</a:t>
          </a:r>
          <a:br>
            <a:rPr lang="en-US" sz="1100" kern="1200" dirty="0"/>
          </a:br>
          <a:r>
            <a:rPr lang="en-US" sz="1100" kern="1200" dirty="0"/>
            <a:t>• Pie chart breakdown</a:t>
          </a:r>
          <a:br>
            <a:rPr lang="en-US" sz="1100" kern="1200" dirty="0"/>
          </a:br>
          <a:r>
            <a:rPr lang="en-US" sz="1100" kern="1200" dirty="0"/>
            <a:t>• Visual department comparison</a:t>
          </a:r>
          <a:br>
            <a:rPr lang="en-US" sz="1100" kern="1200" dirty="0"/>
          </a:br>
          <a:r>
            <a:rPr lang="en-US" sz="1100" kern="1200" dirty="0"/>
            <a:t>• Percentage distribution</a:t>
          </a:r>
        </a:p>
      </dsp:txBody>
      <dsp:txXfrm>
        <a:off x="4211980" y="3808865"/>
        <a:ext cx="3543750" cy="720000"/>
      </dsp:txXfrm>
    </dsp:sp>
    <dsp:sp modelId="{D291B037-198F-4FB7-A753-53D07AE44AC9}">
      <dsp:nvSpPr>
        <dsp:cNvPr id="0" name=""/>
        <dsp:cNvSpPr/>
      </dsp:nvSpPr>
      <dsp:spPr>
        <a:xfrm>
          <a:off x="9066918" y="973865"/>
          <a:ext cx="2161687" cy="2161687"/>
        </a:xfrm>
        <a:prstGeom prst="ellipse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04C40E-7646-4592-B415-18905ED80B10}">
      <dsp:nvSpPr>
        <dsp:cNvPr id="0" name=""/>
        <dsp:cNvSpPr/>
      </dsp:nvSpPr>
      <dsp:spPr>
        <a:xfrm>
          <a:off x="9527606" y="1434553"/>
          <a:ext cx="1240312" cy="12403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B4CA9-CD74-41B0-840A-410108BACB37}">
      <dsp:nvSpPr>
        <dsp:cNvPr id="0" name=""/>
        <dsp:cNvSpPr/>
      </dsp:nvSpPr>
      <dsp:spPr>
        <a:xfrm>
          <a:off x="8375887" y="3808865"/>
          <a:ext cx="354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1" kern="1200" dirty="0"/>
            <a:t>Lecturer Performance</a:t>
          </a:r>
          <a:r>
            <a:rPr lang="en-US" sz="1100" kern="1200" dirty="0"/>
            <a:t>:</a:t>
          </a:r>
          <a:br>
            <a:rPr lang="en-US" sz="1100" kern="1200" dirty="0"/>
          </a:br>
          <a:r>
            <a:rPr lang="en-US" sz="1100" kern="1200" dirty="0"/>
            <a:t>• Bar chart ranking</a:t>
          </a:r>
          <a:br>
            <a:rPr lang="en-US" sz="1100" kern="1200" dirty="0"/>
          </a:br>
          <a:r>
            <a:rPr lang="en-US" sz="1100" kern="1200" dirty="0"/>
            <a:t>• Top 8 performers</a:t>
          </a:r>
          <a:br>
            <a:rPr lang="en-US" sz="1100" kern="1200" dirty="0"/>
          </a:br>
          <a:r>
            <a:rPr lang="en-US" sz="1100" kern="1200" dirty="0"/>
            <a:t>• Earnings comparison</a:t>
          </a:r>
        </a:p>
      </dsp:txBody>
      <dsp:txXfrm>
        <a:off x="8375887" y="3808865"/>
        <a:ext cx="3543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189F65-CBF8-41B2-8E1B-3B3ED6B9CC0C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BA4592-228A-480E-A8D6-2CC0B8C28604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SQLite Decimal Aggregation:</a:t>
          </a:r>
          <a:br>
            <a:rPr lang="en-US" sz="1100" kern="1200"/>
          </a:br>
          <a:r>
            <a:rPr lang="en-US" sz="1100" kern="1200"/>
            <a:t>• Fixed decimal computation issues</a:t>
          </a:r>
          <a:br>
            <a:rPr lang="en-US" sz="1100" kern="1200"/>
          </a:br>
          <a:r>
            <a:rPr lang="en-US" sz="1100" kern="1200"/>
            <a:t>• Implemented client-side grouping</a:t>
          </a:r>
          <a:br>
            <a:rPr lang="en-US" sz="1100" kern="1200"/>
          </a:br>
          <a:r>
            <a:rPr lang="en-US" sz="1100" kern="1200"/>
            <a:t>• Maintained data accuracy</a:t>
          </a:r>
        </a:p>
      </dsp:txBody>
      <dsp:txXfrm>
        <a:off x="417971" y="2644140"/>
        <a:ext cx="2889450" cy="720000"/>
      </dsp:txXfrm>
    </dsp:sp>
    <dsp:sp modelId="{B39C4EC0-9E09-4C5A-BF20-61E8FD0428A4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06F0B3-7BC2-455D-8A76-EAA04A524EB6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Chart Data Integration</a:t>
          </a:r>
          <a:r>
            <a:rPr lang="en-US" sz="1100" kern="1200"/>
            <a:t>:</a:t>
          </a:r>
          <a:br>
            <a:rPr lang="en-US" sz="1100" kern="1200"/>
          </a:br>
          <a:r>
            <a:rPr lang="en-US" sz="1100" kern="1200"/>
            <a:t>• Real-time data binding</a:t>
          </a:r>
          <a:br>
            <a:rPr lang="en-US" sz="1100" kern="1200"/>
          </a:br>
          <a:r>
            <a:rPr lang="en-US" sz="1100" kern="1200"/>
            <a:t>• Dynamic chart updates</a:t>
          </a:r>
          <a:br>
            <a:rPr lang="en-US" sz="1100" kern="1200"/>
          </a:br>
          <a:r>
            <a:rPr lang="en-US" sz="1100" kern="1200"/>
            <a:t>• Performance optimization</a:t>
          </a:r>
        </a:p>
      </dsp:txBody>
      <dsp:txXfrm>
        <a:off x="3813075" y="2644140"/>
        <a:ext cx="2889450" cy="720000"/>
      </dsp:txXfrm>
    </dsp:sp>
    <dsp:sp modelId="{D0F8854A-5144-4B3C-86D0-E54B539B854A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6FFEE-F277-4E21-A0AF-77B8CFCCB132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Role-based</a:t>
          </a:r>
          <a:r>
            <a:rPr lang="en-US" sz="1100" kern="1200"/>
            <a:t> </a:t>
          </a:r>
          <a:r>
            <a:rPr lang="en-US" sz="1100" b="1" kern="1200"/>
            <a:t>Security</a:t>
          </a:r>
          <a:r>
            <a:rPr lang="en-US" sz="1100" kern="1200"/>
            <a:t>:</a:t>
          </a:r>
          <a:br>
            <a:rPr lang="en-US" sz="1100" kern="1200"/>
          </a:br>
          <a:r>
            <a:rPr lang="en-US" sz="1100" kern="1200"/>
            <a:t>• Secure session management</a:t>
          </a:r>
          <a:br>
            <a:rPr lang="en-US" sz="1100" kern="1200"/>
          </a:br>
          <a:r>
            <a:rPr lang="en-US" sz="1100" kern="1200"/>
            <a:t>• Proper authorization filters</a:t>
          </a:r>
          <a:br>
            <a:rPr lang="en-US" sz="1100" kern="1200"/>
          </a:br>
          <a:r>
            <a:rPr lang="en-US" sz="1100" kern="1200"/>
            <a:t>• Access control implementation</a:t>
          </a: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60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72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81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0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8608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38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48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860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6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40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00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 /><Relationship Id="rId7" Type="http://schemas.microsoft.com/office/2007/relationships/diagramDrawing" Target="../diagrams/drawing1.xml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2.xml" /><Relationship Id="rId6" Type="http://schemas.openxmlformats.org/officeDocument/2006/relationships/diagramColors" Target="../diagrams/colors1.xml" /><Relationship Id="rId5" Type="http://schemas.openxmlformats.org/officeDocument/2006/relationships/diagramQuickStyle" Target="../diagrams/quickStyle1.xml" /><Relationship Id="rId4" Type="http://schemas.openxmlformats.org/officeDocument/2006/relationships/diagramLayout" Target="../diagrams/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 /><Relationship Id="rId2" Type="http://schemas.openxmlformats.org/officeDocument/2006/relationships/diagramData" Target="../diagrams/data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3.xml" /><Relationship Id="rId5" Type="http://schemas.openxmlformats.org/officeDocument/2006/relationships/diagramColors" Target="../diagrams/colors3.xml" /><Relationship Id="rId4" Type="http://schemas.openxmlformats.org/officeDocument/2006/relationships/diagramQuickStyle" Target="../diagrams/quickStyle3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7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CONTRACT  MONTHLY CLAIM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HR Dashboard Automation</a:t>
            </a:r>
          </a:p>
          <a:p>
            <a:r>
              <a:rPr lang="en-US" dirty="0"/>
              <a:t>PORTFOLIO OF EVIDENCE</a:t>
            </a:r>
          </a:p>
          <a:p>
            <a:r>
              <a:rPr lang="en-US" dirty="0" err="1"/>
              <a:t>Olebogeng</a:t>
            </a:r>
            <a:r>
              <a:rPr lang="en-US" dirty="0"/>
              <a:t> </a:t>
            </a:r>
            <a:r>
              <a:rPr lang="en-US" dirty="0" err="1"/>
              <a:t>Phawe</a:t>
            </a:r>
            <a:endParaRPr lang="en-US" dirty="0"/>
          </a:p>
          <a:p>
            <a:r>
              <a:rPr lang="en-US" dirty="0"/>
              <a:t>ST10345327</a:t>
            </a:r>
          </a:p>
          <a:p>
            <a:r>
              <a:rPr lang="en-US" dirty="0"/>
              <a:t>21 November 2025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A9AC0-138E-D21E-2508-50AE2BEC3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4451C-4DE1-FC16-19D7-D9CFE3847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1708030"/>
            <a:ext cx="5739584" cy="40588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/>
              <a:t>ASP.NET Core MVC Web Application</a:t>
            </a:r>
          </a:p>
          <a:p>
            <a:r>
              <a:rPr lang="en-US" sz="2400" dirty="0"/>
              <a:t>Contract Monthly Claim Management System</a:t>
            </a:r>
          </a:p>
          <a:p>
            <a:r>
              <a:rPr lang="en-US" sz="2400" dirty="0"/>
              <a:t>Role-Based </a:t>
            </a:r>
            <a:r>
              <a:rPr lang="en-US" sz="2400" err="1"/>
              <a:t>Accss</a:t>
            </a:r>
            <a:r>
              <a:rPr lang="en-US" sz="2400" dirty="0"/>
              <a:t> Control</a:t>
            </a:r>
          </a:p>
          <a:p>
            <a:r>
              <a:rPr lang="en-US" sz="2400" dirty="0"/>
              <a:t>Automated HR Dashboard with Analytics</a:t>
            </a:r>
          </a:p>
          <a:p>
            <a:r>
              <a:rPr lang="en-US" sz="2400" dirty="0"/>
              <a:t>SQLite Database with Entity Framework</a:t>
            </a:r>
          </a:p>
          <a:p>
            <a:r>
              <a:rPr lang="en-US" sz="2000" dirty="0">
                <a:solidFill>
                  <a:srgbClr val="000000"/>
                </a:solidFill>
                <a:latin typeface="Aptos"/>
              </a:rPr>
              <a:t>Dark/Light Mode Toggle</a:t>
            </a:r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69E2FCD-4F0E-565C-8861-1384A0B5A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288" y="1200420"/>
            <a:ext cx="5306143" cy="471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777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5CAE9C-51F2-5E5B-1F65-7DAAC9B097BF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610264" y="90009"/>
            <a:ext cx="8972999" cy="66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31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8D50-7205-B63F-C8C6-2A02DB91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BF8C6-3E1D-85ED-6E63-AA3851703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Frontend:</a:t>
            </a:r>
          </a:p>
          <a:p>
            <a:r>
              <a:rPr lang="en-US" dirty="0">
                <a:latin typeface="Aptos"/>
              </a:rPr>
              <a:t>ASP.NET Core MVC</a:t>
            </a:r>
          </a:p>
          <a:p>
            <a:r>
              <a:rPr lang="en-US" dirty="0">
                <a:latin typeface="Aptos"/>
              </a:rPr>
              <a:t>Bootstrap 5 - Responsive UI</a:t>
            </a:r>
          </a:p>
          <a:p>
            <a:r>
              <a:rPr lang="en-US" dirty="0">
                <a:latin typeface="Aptos"/>
              </a:rPr>
              <a:t>Chart.js - Data Visualization</a:t>
            </a:r>
          </a:p>
          <a:p>
            <a:r>
              <a:rPr lang="en-US" dirty="0">
                <a:latin typeface="Aptos"/>
              </a:rPr>
              <a:t>JavaScript/jQuery - Client-side Logic</a:t>
            </a:r>
            <a:endParaRPr lang="en-US" dirty="0"/>
          </a:p>
          <a:p>
            <a:endParaRPr lang="en-US" dirty="0">
              <a:latin typeface="Aptos"/>
            </a:endParaRPr>
          </a:p>
          <a:p>
            <a:pPr marL="0" indent="0">
              <a:buNone/>
            </a:pPr>
            <a:r>
              <a:rPr lang="en-US" dirty="0">
                <a:latin typeface="Aptos"/>
              </a:rPr>
              <a:t>Backend:
• C# with Entity Framework Core
• SQLite Database
• Session-based Authentication
• </a:t>
            </a:r>
            <a:r>
              <a:rPr lang="en-US" err="1">
                <a:latin typeface="Aptos"/>
              </a:rPr>
              <a:t>ClosedXML</a:t>
            </a:r>
            <a:r>
              <a:rPr lang="en-US" dirty="0">
                <a:latin typeface="Aptos"/>
              </a:rPr>
              <a:t> - Excel Export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5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8B9B3B-DF1D-17C1-6BB9-DD5048C6E48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4593" r="9085" b="867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8373D0-69D4-D3F0-CAFC-16FE8C13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onsolas"/>
              </a:rPr>
              <a:t>SECURE AUTHENTICATION SYSTEM</a:t>
            </a:r>
            <a:endParaRPr lang="en-US" sz="36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0C913D-58C8-7A76-C72C-290FF2156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969541"/>
              </p:ext>
            </p:extLst>
          </p:nvPr>
        </p:nvGraphicFramePr>
        <p:xfrm>
          <a:off x="651295" y="1480569"/>
          <a:ext cx="10875033" cy="48689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620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896CA-9DA2-FBDE-9A9D-7881A4277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DIFFERENT USER DASHBOARDS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E82C9-A41F-B328-A6E2-8252B06E4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429" y="1709918"/>
            <a:ext cx="5157787" cy="823912"/>
          </a:xfrm>
        </p:spPr>
        <p:txBody>
          <a:bodyPr/>
          <a:lstStyle/>
          <a:p>
            <a:r>
              <a:rPr lang="en-US" dirty="0"/>
              <a:t>Manager Home Page (Mike)</a:t>
            </a:r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DB0727-DC91-FB43-5BD7-AADA8098A6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42" r="1130" b="67586"/>
          <a:stretch>
            <a:fillRect/>
          </a:stretch>
        </p:blipFill>
        <p:spPr>
          <a:xfrm>
            <a:off x="5338089" y="1854922"/>
            <a:ext cx="6502349" cy="230196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5344C-36A4-77BD-0CAF-E649F91BD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48087" y="4154069"/>
            <a:ext cx="5183188" cy="823912"/>
          </a:xfrm>
        </p:spPr>
        <p:txBody>
          <a:bodyPr/>
          <a:lstStyle/>
          <a:p>
            <a:r>
              <a:rPr lang="en-US" dirty="0"/>
              <a:t>Lecturer Home Page (John)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CDCF05-C735-1FAB-55E9-3B81A23D62B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rcRect t="-239" r="-1048" b="71122"/>
          <a:stretch>
            <a:fillRect/>
          </a:stretch>
        </p:blipFill>
        <p:spPr>
          <a:xfrm>
            <a:off x="5337885" y="4557111"/>
            <a:ext cx="6668895" cy="230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2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514CC6-DF89-007E-9864-ADF748B2F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091" y="273170"/>
            <a:ext cx="7997818" cy="632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07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8D10-C7AF-344C-FAD1-A059AE19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 b="1"/>
              <a:t>HR DASHBOARD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47CF7-F963-1A50-1E67-4012F36BD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>
                <a:latin typeface="Aptos"/>
              </a:rPr>
              <a:t>Interactive Data Visualization</a:t>
            </a:r>
            <a:endParaRPr lang="en-US" sz="2200"/>
          </a:p>
          <a:p>
            <a:r>
              <a:rPr lang="en-US" sz="2200">
                <a:latin typeface="Aptos"/>
              </a:rPr>
              <a:t>Real-time Analytics &amp; Statistics</a:t>
            </a:r>
          </a:p>
          <a:p>
            <a:r>
              <a:rPr lang="en-US" sz="2200">
                <a:latin typeface="Aptos"/>
              </a:rPr>
              <a:t>Automated Report Generation</a:t>
            </a:r>
          </a:p>
          <a:p>
            <a:r>
              <a:rPr lang="en-US" sz="2200">
                <a:latin typeface="Aptos"/>
              </a:rPr>
              <a:t>Excel Export Functionality</a:t>
            </a:r>
          </a:p>
          <a:p>
            <a:r>
              <a:rPr lang="en-US" sz="2200">
                <a:latin typeface="Aptos"/>
              </a:rPr>
              <a:t>Payment Processing Simulation</a:t>
            </a:r>
          </a:p>
          <a:p>
            <a:r>
              <a:rPr lang="en-US" sz="2200">
                <a:latin typeface="Aptos"/>
              </a:rPr>
              <a:t>Role-based Access Control</a:t>
            </a:r>
            <a:endParaRPr lang="en-US" sz="22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A1E3C3-6D42-20F5-74C0-ED4BBBF28B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74" b="4474"/>
          <a:stretch>
            <a:fillRect/>
          </a:stretch>
        </p:blipFill>
        <p:spPr>
          <a:xfrm>
            <a:off x="6148410" y="640080"/>
            <a:ext cx="536024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34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BFA87-7745-EC6B-6CC4-5B0EF200C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 b="1">
                <a:latin typeface="Aptos Display"/>
              </a:rPr>
              <a:t>DATA VISUALIZATION</a:t>
            </a:r>
            <a:endParaRPr lang="en-US" sz="5200" b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6BDBC5-2625-D20C-6732-B64632CEE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653754"/>
              </p:ext>
            </p:extLst>
          </p:nvPr>
        </p:nvGraphicFramePr>
        <p:xfrm>
          <a:off x="219974" y="1138688"/>
          <a:ext cx="11967712" cy="55027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4676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BDCDFF-058B-06AB-3357-A005B01913A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t="32936" r="398" b="9441"/>
          <a:stretch>
            <a:fillRect/>
          </a:stretch>
        </p:blipFill>
        <p:spPr>
          <a:xfrm>
            <a:off x="1308340" y="279520"/>
            <a:ext cx="9555612" cy="629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68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BF910-F54D-5B30-ABFD-38F0F679A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25" y="308841"/>
            <a:ext cx="3615905" cy="1963487"/>
          </a:xfrm>
        </p:spPr>
        <p:txBody>
          <a:bodyPr anchor="b">
            <a:normAutofit/>
          </a:bodyPr>
          <a:lstStyle/>
          <a:p>
            <a:r>
              <a:rPr lang="en-US" b="1" dirty="0"/>
              <a:t>AUTOMATED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49FC1-F072-5C3F-A576-D854CCB30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24" y="2260869"/>
            <a:ext cx="3429000" cy="341071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 dirty="0"/>
              <a:t>Report Types</a:t>
            </a:r>
            <a:r>
              <a:rPr lang="en-US" sz="2400" dirty="0"/>
              <a:t>:
• Monthly Reports - Current month claims
• Pending Reports - Awaiting approval
• Custom filtering and sorting
</a:t>
            </a:r>
            <a:r>
              <a:rPr lang="en-US" sz="2400" b="1" dirty="0"/>
              <a:t>Features</a:t>
            </a:r>
            <a:r>
              <a:rPr lang="en-US" sz="2400" dirty="0"/>
              <a:t>:
• Summary statistics
• Detailed claims listing
• Status tracking
• Export capabilities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91689F-3850-B10F-8874-A2470AC7B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4635" y="1053861"/>
            <a:ext cx="8330239" cy="579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63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BD33-088C-E515-9425-5F08F525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EXCEL EXPORT FUNCTIONALITY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88889-1193-1E1D-B148-BC5F1584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/>
              <a:t>Automated Excel file generation</a:t>
            </a:r>
          </a:p>
          <a:p>
            <a:r>
              <a:rPr lang="en-US"/>
              <a:t>Professional formatting</a:t>
            </a:r>
          </a:p>
          <a:p>
            <a:r>
              <a:rPr lang="en-US"/>
              <a:t>Branded headers and styling</a:t>
            </a:r>
          </a:p>
          <a:p>
            <a:r>
              <a:rPr lang="en-US"/>
              <a:t>Auto-fit columns</a:t>
            </a:r>
          </a:p>
          <a:p>
            <a:r>
              <a:rPr lang="en-US"/>
              <a:t>Multiple report types supported
Benefits:</a:t>
            </a:r>
          </a:p>
          <a:p>
            <a:r>
              <a:rPr lang="en-US"/>
              <a:t>Reduced manual work</a:t>
            </a:r>
          </a:p>
          <a:p>
            <a:r>
              <a:rPr lang="en-US"/>
              <a:t> Standardized reporting </a:t>
            </a:r>
          </a:p>
          <a:p>
            <a:r>
              <a:rPr lang="en-US"/>
              <a:t>Easy data sharing </a:t>
            </a:r>
          </a:p>
          <a:p>
            <a:r>
              <a:rPr lang="en-US"/>
              <a:t>Professional presentation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9EBA19-A8CE-AE7E-E8C1-F5BC421C2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395" y="4000860"/>
            <a:ext cx="6973737" cy="269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10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1DE5E-D336-289B-2324-568EA920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613109"/>
          </a:xfrm>
        </p:spPr>
        <p:txBody>
          <a:bodyPr>
            <a:normAutofit fontScale="90000"/>
          </a:bodyPr>
          <a:lstStyle/>
          <a:p>
            <a:r>
              <a:rPr lang="en-US" b="1"/>
              <a:t>PAYMENT PROCESSING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F49B8-F683-B032-45DA-4C0AE9616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 sz="2400" dirty="0"/>
              <a:t>Batch processing of approved claims</a:t>
            </a:r>
          </a:p>
          <a:p>
            <a:r>
              <a:rPr lang="en-US" sz="2400" dirty="0"/>
              <a:t>Automated status updates
Audit trail with processor info
Success/error handling
Real-time notifications</a:t>
            </a:r>
          </a:p>
          <a:p>
            <a:pPr marL="0" indent="0">
              <a:buNone/>
            </a:pPr>
            <a:r>
              <a:rPr lang="en-US" sz="2400" dirty="0"/>
              <a:t>
</a:t>
            </a:r>
            <a:r>
              <a:rPr lang="en-US" sz="2400" b="1" dirty="0"/>
              <a:t>Workflow</a:t>
            </a:r>
            <a:r>
              <a:rPr lang="en-US" sz="2400" dirty="0"/>
              <a:t>:
1. Filter approved claims
2. Process in batch
3. Update status and dates
4. Generate confirmation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EC852E-F37E-00CD-DFA6-7F163DE5FA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671"/>
          <a:stretch>
            <a:fillRect/>
          </a:stretch>
        </p:blipFill>
        <p:spPr>
          <a:xfrm>
            <a:off x="5175624" y="3633918"/>
            <a:ext cx="6697687" cy="267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79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CE81-E221-A029-FB1F-C786FFB2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AUTOMATION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520E2-F9E0-3BF9-9DE8-017CC507F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984"/>
            <a:ext cx="5512279" cy="4365715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
</a:t>
            </a:r>
            <a:r>
              <a:rPr lang="en-US" sz="7200" b="1" dirty="0"/>
              <a:t>Time Savings</a:t>
            </a:r>
            <a:r>
              <a:rPr lang="en-US" sz="7200" dirty="0"/>
              <a:t>:
• Reduced manual data processing
• Automated calculations
• Streamlined workflows
</a:t>
            </a:r>
            <a:r>
              <a:rPr lang="en-US" sz="7200" b="1" dirty="0"/>
              <a:t>Accuracy</a:t>
            </a:r>
            <a:r>
              <a:rPr lang="en-US" sz="7200" dirty="0"/>
              <a:t>:
• Error-free computations
• Consistent reporting
• Data validation
</a:t>
            </a:r>
            <a:r>
              <a:rPr lang="en-US" sz="7200" b="1" dirty="0"/>
              <a:t>Decision Making</a:t>
            </a:r>
            <a:r>
              <a:rPr lang="en-US" sz="7200" dirty="0"/>
              <a:t>:
• Real-time analytics
• Visual data representation
• Historical trends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29A581-7E8D-783D-32E8-51C70582CD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33" r="-240" b="65126"/>
          <a:stretch>
            <a:fillRect/>
          </a:stretch>
        </p:blipFill>
        <p:spPr>
          <a:xfrm>
            <a:off x="3923034" y="3249284"/>
            <a:ext cx="8080969" cy="318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947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68FA2-1B95-8E40-C565-9DBF17B64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CODE QUALITY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03C4-C6BC-E018-10DB-14C98313E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Clean Architecture &amp; MVC Pattern</a:t>
            </a:r>
          </a:p>
          <a:p>
            <a:r>
              <a:rPr lang="en-US" dirty="0"/>
              <a:t>Entity Framework Code-First</a:t>
            </a:r>
          </a:p>
          <a:p>
            <a:r>
              <a:rPr lang="en-US" dirty="0"/>
              <a:t>Comprehensive Error Handling</a:t>
            </a:r>
          </a:p>
          <a:p>
            <a:r>
              <a:rPr lang="en-US" dirty="0"/>
              <a:t>SQLite Compatibility</a:t>
            </a:r>
          </a:p>
          <a:p>
            <a:r>
              <a:rPr lang="en-US" dirty="0"/>
              <a:t>Responsive Design Principles</a:t>
            </a:r>
          </a:p>
          <a:p>
            <a:r>
              <a:rPr lang="en-US" dirty="0"/>
              <a:t>Git Version Control (12+ commits)</a:t>
            </a:r>
          </a:p>
        </p:txBody>
      </p:sp>
      <p:pic>
        <p:nvPicPr>
          <p:cNvPr id="4" name="Picture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A0A0C44-8506-43E4-9D32-61557A168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143" y="1753138"/>
            <a:ext cx="5749147" cy="43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212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31F7B-AF1C-C761-6B8D-71E8B1C7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TECHNICAL CHALLENGES SOLVED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B28C94F-8505-A422-ED6F-D1DA495A65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1700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3B46E-485A-EAAD-20D6-48FF8289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USER EXPERIENCE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9314D-8D32-D966-331F-6D65D5505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dirty="0"/>
              <a:t>Responsive Design</a:t>
            </a:r>
            <a:r>
              <a:rPr lang="en-US" sz="1800" dirty="0"/>
              <a:t>:
• Mobile-friendly interface
• Bootstrap grid system
• Adaptive components
</a:t>
            </a:r>
            <a:r>
              <a:rPr lang="en-US" sz="1800" b="1" dirty="0"/>
              <a:t>Professional Styling</a:t>
            </a:r>
            <a:r>
              <a:rPr lang="en-US" sz="1800" dirty="0"/>
              <a:t>:
• Consistent color scheme</a:t>
            </a:r>
            <a:endParaRPr lang="en-US" dirty="0"/>
          </a:p>
          <a:p>
            <a:pPr marL="0" indent="0">
              <a:buNone/>
            </a:pPr>
            <a:r>
              <a:rPr lang="en-US" sz="1800" dirty="0"/>
              <a:t>  (Dark Mode Toggle)</a:t>
            </a:r>
            <a:endParaRPr lang="en-US" dirty="0"/>
          </a:p>
          <a:p>
            <a:pPr marL="0" indent="0">
              <a:buNone/>
            </a:pPr>
            <a:r>
              <a:rPr lang="en-US" sz="1800" dirty="0"/>
              <a:t>
• Intuitive navigation
• Accessible design
</a:t>
            </a:r>
            <a:r>
              <a:rPr lang="en-US" sz="1800" b="1" dirty="0"/>
              <a:t>Interaction Design</a:t>
            </a:r>
            <a:r>
              <a:rPr lang="en-US" sz="1800" dirty="0"/>
              <a:t>:
• Smooth animations
• Clear feedback messages
• Logical workflow</a:t>
            </a:r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468F4C-8646-2729-E803-DA2BBD5D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729" y="1702728"/>
            <a:ext cx="7727293" cy="510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304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CCF4-41CD-8499-6176-3686C0AFF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313" y="538879"/>
            <a:ext cx="5312432" cy="1949109"/>
          </a:xfrm>
        </p:spPr>
        <p:txBody>
          <a:bodyPr anchor="b">
            <a:noAutofit/>
          </a:bodyPr>
          <a:lstStyle/>
          <a:p>
            <a:r>
              <a:rPr lang="en-US" b="1" dirty="0"/>
              <a:t>IMPLEMENTATION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5E7B1-185D-409A-2301-B1DC80C65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313" y="2807208"/>
            <a:ext cx="3845943" cy="369825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b="1" dirty="0"/>
              <a:t>GitHub Repository</a:t>
            </a:r>
            <a:r>
              <a:rPr lang="en-US" sz="1800" dirty="0"/>
              <a:t>:
• 12+ descriptive commits
• School credentials (ST10345327)
• Clean code structure
• Comprehensive documentation
</a:t>
            </a:r>
            <a:r>
              <a:rPr lang="en-US" sz="1800" b="1" dirty="0"/>
              <a:t>Technical</a:t>
            </a:r>
            <a:r>
              <a:rPr lang="en-US" sz="1800" dirty="0"/>
              <a:t> </a:t>
            </a:r>
            <a:r>
              <a:rPr lang="en-US" sz="1800" b="1" dirty="0"/>
              <a:t>Validation</a:t>
            </a:r>
            <a:r>
              <a:rPr lang="en-US" sz="1800" dirty="0"/>
              <a:t>:
• Builds with 0 errors, 0 warnings
• All features functional
• Cross-browser compatible
• Database operations working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DD746C-7CA8-5733-4D47-E85FC7F25B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3" t="22190" b="450"/>
          <a:stretch>
            <a:fillRect/>
          </a:stretch>
        </p:blipFill>
        <p:spPr>
          <a:xfrm>
            <a:off x="4798070" y="2042024"/>
            <a:ext cx="7248684" cy="445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314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2FE00EA-CFCD-8E9D-E562-94E3A532B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457200"/>
            <a:ext cx="83312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38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626BF-4EBB-C5C7-CF8D-17ED1DDBC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503F9-F41D-90F4-15AD-506AEF4A1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DEMONSTRATION</a:t>
            </a:r>
            <a:r>
              <a:rPr lang="en-US" dirty="0"/>
              <a:t>:
• Live application demo
• All features functional
• Ready for deployment
</a:t>
            </a:r>
            <a:r>
              <a:rPr lang="en-US" b="1" dirty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77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CONTRACT  MONTHLY CLAIM SYSTEM</vt:lpstr>
      <vt:lpstr>PROJECT OVERVIEW</vt:lpstr>
      <vt:lpstr>PowerPoint Presentation</vt:lpstr>
      <vt:lpstr>TECHNICAL ARCHITECTURE</vt:lpstr>
      <vt:lpstr>SECURE AUTHENTICATION SYSTEM</vt:lpstr>
      <vt:lpstr>DIFFERENT USER DASHBOARDS</vt:lpstr>
      <vt:lpstr>PowerPoint Presentation</vt:lpstr>
      <vt:lpstr>HR DASHBOARD AUTOMATION</vt:lpstr>
      <vt:lpstr>DATA VISUALIZATION</vt:lpstr>
      <vt:lpstr>PowerPoint Presentation</vt:lpstr>
      <vt:lpstr>AUTOMATED REPORTING</vt:lpstr>
      <vt:lpstr>EXCEL EXPORT FUNCTIONALITY</vt:lpstr>
      <vt:lpstr>PAYMENT PROCESSING SIMULATION</vt:lpstr>
      <vt:lpstr>AUTOMATION BENEFITS</vt:lpstr>
      <vt:lpstr>CODE QUALITY &amp; BEST PRACTICES</vt:lpstr>
      <vt:lpstr>TECHNICAL CHALLENGES SOLVED</vt:lpstr>
      <vt:lpstr>USER EXPERIENCE DESIGN</vt:lpstr>
      <vt:lpstr>IMPLEMENTATION EVIDENCE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CONTRACT  MONTHLY CLAIM SYSTEM</dc:title>
  <dc:creator/>
  <cp:lastModifiedBy>Olebogeng Phawe</cp:lastModifiedBy>
  <cp:revision>275</cp:revision>
  <dcterms:created xsi:type="dcterms:W3CDTF">2025-11-21T16:32:23Z</dcterms:created>
  <dcterms:modified xsi:type="dcterms:W3CDTF">2025-11-21T21:36:26Z</dcterms:modified>
</cp:coreProperties>
</file>